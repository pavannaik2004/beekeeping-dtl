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Bricolage Grotesque Bold" panose="020B0604020202020204" charset="0"/>
      <p:regular r:id="rId19"/>
    </p:embeddedFont>
    <p:embeddedFont>
      <p:font typeface="Bugaki" panose="020B0604020202020204" charset="0"/>
      <p:regular r:id="rId20"/>
    </p:embeddedFont>
    <p:embeddedFont>
      <p:font typeface="Calibri (MS) Bold" panose="020B0604020202020204" charset="0"/>
      <p:regular r:id="rId21"/>
    </p:embeddedFont>
    <p:embeddedFont>
      <p:font typeface="Canva Sans Bold" panose="020B0604020202020204" charset="0"/>
      <p:regular r:id="rId22"/>
    </p:embeddedFont>
    <p:embeddedFont>
      <p:font typeface="Now" panose="020B0604020202020204" charset="0"/>
      <p:regular r:id="rId23"/>
    </p:embeddedFont>
    <p:embeddedFont>
      <p:font typeface="Now Bold" panose="020B0604020202020204" charset="0"/>
      <p:regular r:id="rId24"/>
    </p:embeddedFont>
    <p:embeddedFont>
      <p:font typeface="Times New Roman Bold" panose="02020803070505020304" pitchFamily="18" charset="0"/>
      <p:regular r:id="rId25"/>
      <p:bold r:id="rId26"/>
    </p:embeddedFont>
    <p:embeddedFont>
      <p:font typeface="Times New Roman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38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14-May-26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14-May-26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14-May-26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14-May-26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14-May-26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14-May-26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14-May-26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14-May-26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14-May-26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jpe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svg"/><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7.jpe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3.svg"/><Relationship Id="rId4" Type="http://schemas.openxmlformats.org/officeDocument/2006/relationships/image" Target="../media/image32.svg"/></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431997" y="431997"/>
            <a:ext cx="3015358" cy="1296000"/>
            <a:chOff x="0" y="0"/>
            <a:chExt cx="4020477" cy="1728000"/>
          </a:xfrm>
        </p:grpSpPr>
        <p:sp>
          <p:nvSpPr>
            <p:cNvPr id="4" name="Freeform 4"/>
            <p:cNvSpPr/>
            <p:nvPr/>
          </p:nvSpPr>
          <p:spPr>
            <a:xfrm>
              <a:off x="0" y="0"/>
              <a:ext cx="4020439" cy="1727962"/>
            </a:xfrm>
            <a:custGeom>
              <a:avLst/>
              <a:gdLst/>
              <a:ahLst/>
              <a:cxnLst/>
              <a:rect l="l" t="t" r="r" b="b"/>
              <a:pathLst>
                <a:path w="4020439" h="1727962">
                  <a:moveTo>
                    <a:pt x="0" y="0"/>
                  </a:moveTo>
                  <a:lnTo>
                    <a:pt x="4020439" y="0"/>
                  </a:lnTo>
                  <a:lnTo>
                    <a:pt x="4020439" y="1727962"/>
                  </a:lnTo>
                  <a:lnTo>
                    <a:pt x="0" y="1727962"/>
                  </a:lnTo>
                  <a:lnTo>
                    <a:pt x="0" y="0"/>
                  </a:lnTo>
                  <a:close/>
                </a:path>
              </a:pathLst>
            </a:custGeom>
            <a:blipFill>
              <a:blip r:embed="rId4"/>
              <a:stretch>
                <a:fillRect l="-12" r="-13" b="-2"/>
              </a:stretch>
            </a:blipFill>
          </p:spPr>
        </p:sp>
      </p:grpSp>
      <p:grpSp>
        <p:nvGrpSpPr>
          <p:cNvPr id="5" name="Group 5"/>
          <p:cNvGrpSpPr/>
          <p:nvPr/>
        </p:nvGrpSpPr>
        <p:grpSpPr>
          <a:xfrm>
            <a:off x="13715571" y="696921"/>
            <a:ext cx="4435145" cy="674503"/>
            <a:chOff x="0" y="0"/>
            <a:chExt cx="5913526" cy="899338"/>
          </a:xfrm>
        </p:grpSpPr>
        <p:sp>
          <p:nvSpPr>
            <p:cNvPr id="6" name="Freeform 6"/>
            <p:cNvSpPr/>
            <p:nvPr/>
          </p:nvSpPr>
          <p:spPr>
            <a:xfrm>
              <a:off x="0" y="0"/>
              <a:ext cx="5913501" cy="899287"/>
            </a:xfrm>
            <a:custGeom>
              <a:avLst/>
              <a:gdLst/>
              <a:ahLst/>
              <a:cxnLst/>
              <a:rect l="l" t="t" r="r" b="b"/>
              <a:pathLst>
                <a:path w="5913501" h="899287">
                  <a:moveTo>
                    <a:pt x="0" y="0"/>
                  </a:moveTo>
                  <a:lnTo>
                    <a:pt x="5913501" y="0"/>
                  </a:lnTo>
                  <a:lnTo>
                    <a:pt x="5913501" y="899287"/>
                  </a:lnTo>
                  <a:lnTo>
                    <a:pt x="0" y="899287"/>
                  </a:lnTo>
                  <a:lnTo>
                    <a:pt x="0" y="0"/>
                  </a:lnTo>
                  <a:close/>
                </a:path>
              </a:pathLst>
            </a:custGeom>
            <a:blipFill>
              <a:blip r:embed="rId5"/>
              <a:stretch>
                <a:fillRect t="-1" b="-7"/>
              </a:stretch>
            </a:blipFill>
          </p:spPr>
        </p:sp>
      </p:grpSp>
      <p:sp>
        <p:nvSpPr>
          <p:cNvPr id="7" name="TextBox 7"/>
          <p:cNvSpPr txBox="1"/>
          <p:nvPr/>
        </p:nvSpPr>
        <p:spPr>
          <a:xfrm>
            <a:off x="1930403" y="1621107"/>
            <a:ext cx="13652497" cy="778888"/>
          </a:xfrm>
          <a:prstGeom prst="rect">
            <a:avLst/>
          </a:prstGeom>
        </p:spPr>
        <p:txBody>
          <a:bodyPr lIns="0" tIns="0" rIns="0" bIns="0" rtlCol="0" anchor="t">
            <a:spAutoFit/>
          </a:bodyPr>
          <a:lstStyle/>
          <a:p>
            <a:pPr algn="r">
              <a:lnSpc>
                <a:spcPts val="5759"/>
              </a:lnSpc>
            </a:pPr>
            <a:r>
              <a:rPr lang="en-US" sz="4800" b="1">
                <a:solidFill>
                  <a:srgbClr val="002060"/>
                </a:solidFill>
                <a:latin typeface="Times New Roman Bold"/>
                <a:ea typeface="Times New Roman Bold"/>
                <a:cs typeface="Times New Roman Bold"/>
                <a:sym typeface="Times New Roman Bold"/>
              </a:rPr>
              <a:t>Department of Master of Computer Applications</a:t>
            </a:r>
          </a:p>
        </p:txBody>
      </p:sp>
      <p:sp>
        <p:nvSpPr>
          <p:cNvPr id="8" name="TextBox 8"/>
          <p:cNvSpPr txBox="1"/>
          <p:nvPr/>
        </p:nvSpPr>
        <p:spPr>
          <a:xfrm>
            <a:off x="2712444" y="2583771"/>
            <a:ext cx="13220700" cy="655777"/>
          </a:xfrm>
          <a:prstGeom prst="rect">
            <a:avLst/>
          </a:prstGeom>
        </p:spPr>
        <p:txBody>
          <a:bodyPr lIns="0" tIns="0" rIns="0" bIns="0" rtlCol="0" anchor="t">
            <a:spAutoFit/>
          </a:bodyPr>
          <a:lstStyle/>
          <a:p>
            <a:pPr algn="ctr">
              <a:lnSpc>
                <a:spcPts val="4800"/>
              </a:lnSpc>
            </a:pPr>
            <a:r>
              <a:rPr lang="en-US" sz="4000">
                <a:solidFill>
                  <a:srgbClr val="005893"/>
                </a:solidFill>
                <a:latin typeface="Times New Roman"/>
                <a:ea typeface="Times New Roman"/>
                <a:cs typeface="Times New Roman"/>
                <a:sym typeface="Times New Roman"/>
              </a:rPr>
              <a:t>Design Thinking</a:t>
            </a:r>
          </a:p>
        </p:txBody>
      </p:sp>
      <p:sp>
        <p:nvSpPr>
          <p:cNvPr id="9" name="TextBox 9"/>
          <p:cNvSpPr txBox="1"/>
          <p:nvPr/>
        </p:nvSpPr>
        <p:spPr>
          <a:xfrm>
            <a:off x="5376631" y="3703906"/>
            <a:ext cx="7534513" cy="628650"/>
          </a:xfrm>
          <a:prstGeom prst="rect">
            <a:avLst/>
          </a:prstGeom>
        </p:spPr>
        <p:txBody>
          <a:bodyPr lIns="0" tIns="0" rIns="0" bIns="0" rtlCol="0" anchor="t">
            <a:spAutoFit/>
          </a:bodyPr>
          <a:lstStyle/>
          <a:p>
            <a:pPr algn="l">
              <a:lnSpc>
                <a:spcPts val="4800"/>
              </a:lnSpc>
            </a:pPr>
            <a:r>
              <a:rPr lang="en-US" sz="4000" b="1">
                <a:solidFill>
                  <a:srgbClr val="005893"/>
                </a:solidFill>
                <a:latin typeface="Times New Roman Bold"/>
                <a:ea typeface="Times New Roman Bold"/>
                <a:cs typeface="Times New Roman Bold"/>
                <a:sym typeface="Times New Roman Bold"/>
              </a:rPr>
              <a:t>Efficient Beekeeping and Hive Box</a:t>
            </a:r>
          </a:p>
        </p:txBody>
      </p:sp>
      <p:sp>
        <p:nvSpPr>
          <p:cNvPr id="10" name="TextBox 10"/>
          <p:cNvSpPr txBox="1"/>
          <p:nvPr/>
        </p:nvSpPr>
        <p:spPr>
          <a:xfrm>
            <a:off x="4158625" y="4796914"/>
            <a:ext cx="9970751" cy="1485900"/>
          </a:xfrm>
          <a:prstGeom prst="rect">
            <a:avLst/>
          </a:prstGeom>
        </p:spPr>
        <p:txBody>
          <a:bodyPr lIns="0" tIns="0" rIns="0" bIns="0" rtlCol="0" anchor="t">
            <a:spAutoFit/>
          </a:bodyPr>
          <a:lstStyle/>
          <a:p>
            <a:pPr algn="ctr">
              <a:lnSpc>
                <a:spcPts val="3840"/>
              </a:lnSpc>
            </a:pPr>
            <a:r>
              <a:rPr lang="en-US" sz="3200">
                <a:solidFill>
                  <a:srgbClr val="000000"/>
                </a:solidFill>
                <a:latin typeface="Times New Roman"/>
                <a:ea typeface="Times New Roman"/>
                <a:cs typeface="Times New Roman"/>
                <a:sym typeface="Times New Roman"/>
              </a:rPr>
              <a:t>Pavan Mohan Naik</a:t>
            </a:r>
          </a:p>
          <a:p>
            <a:pPr algn="ctr">
              <a:lnSpc>
                <a:spcPts val="3840"/>
              </a:lnSpc>
            </a:pPr>
            <a:r>
              <a:rPr lang="en-US" sz="3200">
                <a:solidFill>
                  <a:srgbClr val="000000"/>
                </a:solidFill>
                <a:latin typeface="Times New Roman"/>
                <a:ea typeface="Times New Roman"/>
                <a:cs typeface="Times New Roman"/>
                <a:sym typeface="Times New Roman"/>
              </a:rPr>
              <a:t>Sumanth Bhaskar Hegde</a:t>
            </a:r>
          </a:p>
          <a:p>
            <a:pPr algn="ctr">
              <a:lnSpc>
                <a:spcPts val="3840"/>
              </a:lnSpc>
            </a:pPr>
            <a:r>
              <a:rPr lang="en-US" sz="3200">
                <a:solidFill>
                  <a:srgbClr val="000000"/>
                </a:solidFill>
                <a:latin typeface="Times New Roman"/>
                <a:ea typeface="Times New Roman"/>
                <a:cs typeface="Times New Roman"/>
                <a:sym typeface="Times New Roman"/>
              </a:rPr>
              <a:t>Pramath Prakash Hegde</a:t>
            </a:r>
          </a:p>
        </p:txBody>
      </p:sp>
      <p:sp>
        <p:nvSpPr>
          <p:cNvPr id="11" name="TextBox 11"/>
          <p:cNvSpPr txBox="1"/>
          <p:nvPr/>
        </p:nvSpPr>
        <p:spPr>
          <a:xfrm>
            <a:off x="1247775" y="6816557"/>
            <a:ext cx="15792450" cy="2514600"/>
          </a:xfrm>
          <a:prstGeom prst="rect">
            <a:avLst/>
          </a:prstGeom>
        </p:spPr>
        <p:txBody>
          <a:bodyPr lIns="0" tIns="0" rIns="0" bIns="0" rtlCol="0" anchor="t">
            <a:spAutoFit/>
          </a:bodyPr>
          <a:lstStyle/>
          <a:p>
            <a:pPr algn="ctr">
              <a:lnSpc>
                <a:spcPts val="3840"/>
              </a:lnSpc>
            </a:pPr>
            <a:r>
              <a:rPr lang="en-US" sz="3200">
                <a:solidFill>
                  <a:srgbClr val="000000"/>
                </a:solidFill>
                <a:latin typeface="Times New Roman"/>
                <a:ea typeface="Times New Roman"/>
                <a:cs typeface="Times New Roman"/>
                <a:sym typeface="Times New Roman"/>
              </a:rPr>
              <a:t>Under the Guidance </a:t>
            </a:r>
          </a:p>
          <a:p>
            <a:pPr algn="ctr">
              <a:lnSpc>
                <a:spcPts val="3840"/>
              </a:lnSpc>
            </a:pPr>
            <a:r>
              <a:rPr lang="en-US" sz="3200">
                <a:solidFill>
                  <a:srgbClr val="000000"/>
                </a:solidFill>
                <a:latin typeface="Times New Roman"/>
                <a:ea typeface="Times New Roman"/>
                <a:cs typeface="Times New Roman"/>
                <a:sym typeface="Times New Roman"/>
              </a:rPr>
              <a:t>of</a:t>
            </a:r>
          </a:p>
          <a:p>
            <a:pPr algn="ctr">
              <a:lnSpc>
                <a:spcPts val="4320"/>
              </a:lnSpc>
            </a:pPr>
            <a:r>
              <a:rPr lang="en-US" sz="3600" b="1">
                <a:solidFill>
                  <a:srgbClr val="000000"/>
                </a:solidFill>
                <a:latin typeface="Calibri (MS) Bold"/>
                <a:ea typeface="Calibri (MS) Bold"/>
                <a:cs typeface="Calibri (MS) Bold"/>
                <a:sym typeface="Calibri (MS) Bold"/>
              </a:rPr>
              <a:t>Dr. Mohan Aradhya</a:t>
            </a:r>
          </a:p>
          <a:p>
            <a:pPr algn="ctr">
              <a:lnSpc>
                <a:spcPts val="3840"/>
              </a:lnSpc>
            </a:pPr>
            <a:r>
              <a:rPr lang="en-US" sz="3200">
                <a:solidFill>
                  <a:srgbClr val="000000"/>
                </a:solidFill>
                <a:latin typeface="Times New Roman"/>
                <a:ea typeface="Times New Roman"/>
                <a:cs typeface="Times New Roman"/>
                <a:sym typeface="Times New Roman"/>
              </a:rPr>
              <a:t>Assistant Professor</a:t>
            </a:r>
          </a:p>
          <a:p>
            <a:pPr algn="ctr">
              <a:lnSpc>
                <a:spcPts val="3840"/>
              </a:lnSpc>
            </a:pPr>
            <a:endParaRPr lang="en-US" sz="32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26C"/>
        </a:solidFill>
        <a:effectLst/>
      </p:bgPr>
    </p:bg>
    <p:spTree>
      <p:nvGrpSpPr>
        <p:cNvPr id="1" name=""/>
        <p:cNvGrpSpPr/>
        <p:nvPr/>
      </p:nvGrpSpPr>
      <p:grpSpPr>
        <a:xfrm>
          <a:off x="0" y="0"/>
          <a:ext cx="0" cy="0"/>
          <a:chOff x="0" y="0"/>
          <a:chExt cx="0" cy="0"/>
        </a:xfrm>
      </p:grpSpPr>
      <p:sp>
        <p:nvSpPr>
          <p:cNvPr id="2" name="Freeform 2"/>
          <p:cNvSpPr/>
          <p:nvPr/>
        </p:nvSpPr>
        <p:spPr>
          <a:xfrm>
            <a:off x="12256902" y="933450"/>
            <a:ext cx="5907721" cy="5907721"/>
          </a:xfrm>
          <a:custGeom>
            <a:avLst/>
            <a:gdLst/>
            <a:ahLst/>
            <a:cxnLst/>
            <a:rect l="l" t="t" r="r" b="b"/>
            <a:pathLst>
              <a:path w="5907721" h="5907721">
                <a:moveTo>
                  <a:pt x="0" y="0"/>
                </a:moveTo>
                <a:lnTo>
                  <a:pt x="5907721" y="0"/>
                </a:lnTo>
                <a:lnTo>
                  <a:pt x="5907721" y="5907721"/>
                </a:lnTo>
                <a:lnTo>
                  <a:pt x="0" y="59077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251641" y="6836373"/>
            <a:ext cx="5907721" cy="5907721"/>
          </a:xfrm>
          <a:custGeom>
            <a:avLst/>
            <a:gdLst/>
            <a:ahLst/>
            <a:cxnLst/>
            <a:rect l="l" t="t" r="r" b="b"/>
            <a:pathLst>
              <a:path w="5907721" h="5907721">
                <a:moveTo>
                  <a:pt x="0" y="0"/>
                </a:moveTo>
                <a:lnTo>
                  <a:pt x="5907721" y="0"/>
                </a:lnTo>
                <a:lnTo>
                  <a:pt x="5907721" y="5907721"/>
                </a:lnTo>
                <a:lnTo>
                  <a:pt x="0" y="59077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1066494" y="933450"/>
            <a:ext cx="5907721" cy="5907721"/>
          </a:xfrm>
          <a:custGeom>
            <a:avLst/>
            <a:gdLst/>
            <a:ahLst/>
            <a:cxnLst/>
            <a:rect l="l" t="t" r="r" b="b"/>
            <a:pathLst>
              <a:path w="5907721" h="5907721">
                <a:moveTo>
                  <a:pt x="0" y="0"/>
                </a:moveTo>
                <a:lnTo>
                  <a:pt x="5907721" y="0"/>
                </a:lnTo>
                <a:lnTo>
                  <a:pt x="5907721" y="5907721"/>
                </a:lnTo>
                <a:lnTo>
                  <a:pt x="0" y="59077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066494" y="6807798"/>
            <a:ext cx="5907721" cy="5907721"/>
          </a:xfrm>
          <a:custGeom>
            <a:avLst/>
            <a:gdLst/>
            <a:ahLst/>
            <a:cxnLst/>
            <a:rect l="l" t="t" r="r" b="b"/>
            <a:pathLst>
              <a:path w="5907721" h="5907721">
                <a:moveTo>
                  <a:pt x="0" y="0"/>
                </a:moveTo>
                <a:lnTo>
                  <a:pt x="5907721" y="0"/>
                </a:lnTo>
                <a:lnTo>
                  <a:pt x="5907721" y="5907721"/>
                </a:lnTo>
                <a:lnTo>
                  <a:pt x="0" y="59077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3004091" y="1546727"/>
            <a:ext cx="3106628" cy="3115752"/>
          </a:xfrm>
          <a:custGeom>
            <a:avLst/>
            <a:gdLst/>
            <a:ahLst/>
            <a:cxnLst/>
            <a:rect l="l" t="t" r="r" b="b"/>
            <a:pathLst>
              <a:path w="3106628" h="3115752">
                <a:moveTo>
                  <a:pt x="0" y="0"/>
                </a:moveTo>
                <a:lnTo>
                  <a:pt x="3106628" y="0"/>
                </a:lnTo>
                <a:lnTo>
                  <a:pt x="3106628" y="3115752"/>
                </a:lnTo>
                <a:lnTo>
                  <a:pt x="0" y="3115752"/>
                </a:lnTo>
                <a:lnTo>
                  <a:pt x="0" y="0"/>
                </a:lnTo>
                <a:close/>
              </a:path>
            </a:pathLst>
          </a:custGeom>
          <a:blipFill>
            <a:blip r:embed="rId3"/>
            <a:stretch>
              <a:fillRect/>
            </a:stretch>
          </a:blipFill>
        </p:spPr>
      </p:sp>
      <p:sp>
        <p:nvSpPr>
          <p:cNvPr id="7" name="Freeform 7"/>
          <p:cNvSpPr/>
          <p:nvPr/>
        </p:nvSpPr>
        <p:spPr>
          <a:xfrm>
            <a:off x="13504068" y="2193412"/>
            <a:ext cx="2106291" cy="2095760"/>
          </a:xfrm>
          <a:custGeom>
            <a:avLst/>
            <a:gdLst/>
            <a:ahLst/>
            <a:cxnLst/>
            <a:rect l="l" t="t" r="r" b="b"/>
            <a:pathLst>
              <a:path w="2106291" h="2095760">
                <a:moveTo>
                  <a:pt x="0" y="0"/>
                </a:moveTo>
                <a:lnTo>
                  <a:pt x="2106292" y="0"/>
                </a:lnTo>
                <a:lnTo>
                  <a:pt x="2106292" y="2095760"/>
                </a:lnTo>
                <a:lnTo>
                  <a:pt x="0" y="2095760"/>
                </a:lnTo>
                <a:lnTo>
                  <a:pt x="0" y="0"/>
                </a:lnTo>
                <a:close/>
              </a:path>
            </a:pathLst>
          </a:custGeom>
          <a:blipFill>
            <a:blip r:embed="rId4"/>
            <a:stretch>
              <a:fillRect/>
            </a:stretch>
          </a:blipFill>
        </p:spPr>
      </p:sp>
      <p:sp>
        <p:nvSpPr>
          <p:cNvPr id="8" name="Freeform 8"/>
          <p:cNvSpPr/>
          <p:nvPr/>
        </p:nvSpPr>
        <p:spPr>
          <a:xfrm>
            <a:off x="13544057" y="2198517"/>
            <a:ext cx="2026201" cy="2145389"/>
          </a:xfrm>
          <a:custGeom>
            <a:avLst/>
            <a:gdLst/>
            <a:ahLst/>
            <a:cxnLst/>
            <a:rect l="l" t="t" r="r" b="b"/>
            <a:pathLst>
              <a:path w="2026201" h="2145389">
                <a:moveTo>
                  <a:pt x="0" y="0"/>
                </a:moveTo>
                <a:lnTo>
                  <a:pt x="2026200" y="0"/>
                </a:lnTo>
                <a:lnTo>
                  <a:pt x="2026200" y="2145389"/>
                </a:lnTo>
                <a:lnTo>
                  <a:pt x="0" y="2145389"/>
                </a:lnTo>
                <a:lnTo>
                  <a:pt x="0" y="0"/>
                </a:lnTo>
                <a:close/>
              </a:path>
            </a:pathLst>
          </a:custGeom>
          <a:blipFill>
            <a:blip r:embed="rId5"/>
            <a:stretch>
              <a:fillRect/>
            </a:stretch>
          </a:blipFill>
        </p:spPr>
      </p:sp>
      <p:sp>
        <p:nvSpPr>
          <p:cNvPr id="9" name="Freeform 9"/>
          <p:cNvSpPr/>
          <p:nvPr/>
        </p:nvSpPr>
        <p:spPr>
          <a:xfrm>
            <a:off x="14266523" y="2882203"/>
            <a:ext cx="581948" cy="695902"/>
          </a:xfrm>
          <a:custGeom>
            <a:avLst/>
            <a:gdLst/>
            <a:ahLst/>
            <a:cxnLst/>
            <a:rect l="l" t="t" r="r" b="b"/>
            <a:pathLst>
              <a:path w="581948" h="695902">
                <a:moveTo>
                  <a:pt x="0" y="0"/>
                </a:moveTo>
                <a:lnTo>
                  <a:pt x="581948" y="0"/>
                </a:lnTo>
                <a:lnTo>
                  <a:pt x="581948" y="695902"/>
                </a:lnTo>
                <a:lnTo>
                  <a:pt x="0" y="695902"/>
                </a:lnTo>
                <a:lnTo>
                  <a:pt x="0" y="0"/>
                </a:lnTo>
                <a:close/>
              </a:path>
            </a:pathLst>
          </a:custGeom>
          <a:blipFill>
            <a:blip r:embed="rId6"/>
            <a:stretch>
              <a:fillRect/>
            </a:stretch>
          </a:blipFill>
        </p:spPr>
      </p:sp>
      <p:sp>
        <p:nvSpPr>
          <p:cNvPr id="10" name="Freeform 10"/>
          <p:cNvSpPr/>
          <p:nvPr/>
        </p:nvSpPr>
        <p:spPr>
          <a:xfrm>
            <a:off x="11644064" y="5519353"/>
            <a:ext cx="5749940" cy="3672774"/>
          </a:xfrm>
          <a:custGeom>
            <a:avLst/>
            <a:gdLst/>
            <a:ahLst/>
            <a:cxnLst/>
            <a:rect l="l" t="t" r="r" b="b"/>
            <a:pathLst>
              <a:path w="5749940" h="3672774">
                <a:moveTo>
                  <a:pt x="0" y="0"/>
                </a:moveTo>
                <a:lnTo>
                  <a:pt x="5749940" y="0"/>
                </a:lnTo>
                <a:lnTo>
                  <a:pt x="5749940" y="3672775"/>
                </a:lnTo>
                <a:lnTo>
                  <a:pt x="0" y="3672775"/>
                </a:lnTo>
                <a:lnTo>
                  <a:pt x="0" y="0"/>
                </a:lnTo>
                <a:close/>
              </a:path>
            </a:pathLst>
          </a:custGeom>
          <a:blipFill>
            <a:blip r:embed="rId7"/>
            <a:stretch>
              <a:fillRect/>
            </a:stretch>
          </a:blipFill>
        </p:spPr>
      </p:sp>
      <p:sp>
        <p:nvSpPr>
          <p:cNvPr id="11" name="TextBox 11"/>
          <p:cNvSpPr txBox="1"/>
          <p:nvPr/>
        </p:nvSpPr>
        <p:spPr>
          <a:xfrm>
            <a:off x="482359" y="2051056"/>
            <a:ext cx="9736197" cy="6200775"/>
          </a:xfrm>
          <a:prstGeom prst="rect">
            <a:avLst/>
          </a:prstGeom>
        </p:spPr>
        <p:txBody>
          <a:bodyPr lIns="0" tIns="0" rIns="0" bIns="0" rtlCol="0" anchor="t">
            <a:spAutoFit/>
          </a:bodyPr>
          <a:lstStyle/>
          <a:p>
            <a:pPr marL="0" lvl="0" indent="0" algn="ctr">
              <a:lnSpc>
                <a:spcPts val="9566"/>
              </a:lnSpc>
            </a:pPr>
            <a:r>
              <a:rPr lang="en-US" sz="7971" u="none" dirty="0">
                <a:solidFill>
                  <a:srgbClr val="403C38"/>
                </a:solidFill>
                <a:latin typeface="Bugaki"/>
                <a:ea typeface="Bugaki"/>
                <a:cs typeface="Bugaki"/>
                <a:sym typeface="Bugaki"/>
              </a:rPr>
              <a:t>Efficient Beekeeping and Hive Box</a:t>
            </a:r>
          </a:p>
          <a:p>
            <a:pPr marL="0" lvl="0" indent="0" algn="ctr">
              <a:lnSpc>
                <a:spcPts val="9566"/>
              </a:lnSpc>
            </a:pPr>
            <a:r>
              <a:rPr lang="en-US" sz="7971" u="none" dirty="0">
                <a:solidFill>
                  <a:srgbClr val="403C38"/>
                </a:solidFill>
                <a:latin typeface="Bugaki"/>
                <a:ea typeface="Bugaki"/>
                <a:cs typeface="Bugaki"/>
                <a:sym typeface="Bugaki"/>
              </a:rPr>
              <a:t>Empathy &amp; Define Phase</a:t>
            </a:r>
          </a:p>
        </p:txBody>
      </p:sp>
      <p:grpSp>
        <p:nvGrpSpPr>
          <p:cNvPr id="12" name="Group 3">
            <a:extLst>
              <a:ext uri="{FF2B5EF4-FFF2-40B4-BE49-F238E27FC236}">
                <a16:creationId xmlns:a16="http://schemas.microsoft.com/office/drawing/2014/main" id="{862A447D-91C1-2BD8-FADA-06BBC44D8D7C}"/>
              </a:ext>
            </a:extLst>
          </p:cNvPr>
          <p:cNvGrpSpPr/>
          <p:nvPr/>
        </p:nvGrpSpPr>
        <p:grpSpPr>
          <a:xfrm>
            <a:off x="431997" y="431997"/>
            <a:ext cx="3015358" cy="1296000"/>
            <a:chOff x="0" y="0"/>
            <a:chExt cx="4020477" cy="1728000"/>
          </a:xfrm>
        </p:grpSpPr>
        <p:sp>
          <p:nvSpPr>
            <p:cNvPr id="13" name="Freeform 4">
              <a:extLst>
                <a:ext uri="{FF2B5EF4-FFF2-40B4-BE49-F238E27FC236}">
                  <a16:creationId xmlns:a16="http://schemas.microsoft.com/office/drawing/2014/main" id="{D8A667BF-FA76-1513-B259-99C3C669F509}"/>
                </a:ext>
              </a:extLst>
            </p:cNvPr>
            <p:cNvSpPr/>
            <p:nvPr/>
          </p:nvSpPr>
          <p:spPr>
            <a:xfrm>
              <a:off x="0" y="0"/>
              <a:ext cx="4020439" cy="1727962"/>
            </a:xfrm>
            <a:custGeom>
              <a:avLst/>
              <a:gdLst/>
              <a:ahLst/>
              <a:cxnLst/>
              <a:rect l="l" t="t" r="r" b="b"/>
              <a:pathLst>
                <a:path w="4020439" h="1727962">
                  <a:moveTo>
                    <a:pt x="0" y="0"/>
                  </a:moveTo>
                  <a:lnTo>
                    <a:pt x="4020439" y="0"/>
                  </a:lnTo>
                  <a:lnTo>
                    <a:pt x="4020439" y="1727962"/>
                  </a:lnTo>
                  <a:lnTo>
                    <a:pt x="0" y="1727962"/>
                  </a:lnTo>
                  <a:lnTo>
                    <a:pt x="0" y="0"/>
                  </a:lnTo>
                  <a:close/>
                </a:path>
              </a:pathLst>
            </a:custGeom>
            <a:blipFill>
              <a:blip r:embed="rId8"/>
              <a:stretch>
                <a:fillRect l="-12" r="-13" b="-2"/>
              </a:stretch>
            </a:blipFill>
          </p:spPr>
        </p:sp>
      </p:grpSp>
      <p:grpSp>
        <p:nvGrpSpPr>
          <p:cNvPr id="14" name="Group 5">
            <a:extLst>
              <a:ext uri="{FF2B5EF4-FFF2-40B4-BE49-F238E27FC236}">
                <a16:creationId xmlns:a16="http://schemas.microsoft.com/office/drawing/2014/main" id="{0BB7D0E0-666E-5E66-0CDF-51A3A30F79DD}"/>
              </a:ext>
            </a:extLst>
          </p:cNvPr>
          <p:cNvGrpSpPr/>
          <p:nvPr/>
        </p:nvGrpSpPr>
        <p:grpSpPr>
          <a:xfrm>
            <a:off x="13675352" y="272856"/>
            <a:ext cx="4435145" cy="674503"/>
            <a:chOff x="0" y="0"/>
            <a:chExt cx="5913526" cy="899338"/>
          </a:xfrm>
        </p:grpSpPr>
        <p:sp>
          <p:nvSpPr>
            <p:cNvPr id="15" name="Freeform 6">
              <a:extLst>
                <a:ext uri="{FF2B5EF4-FFF2-40B4-BE49-F238E27FC236}">
                  <a16:creationId xmlns:a16="http://schemas.microsoft.com/office/drawing/2014/main" id="{AF66ABF9-4094-B14B-DAE1-ABECE0CCD851}"/>
                </a:ext>
              </a:extLst>
            </p:cNvPr>
            <p:cNvSpPr/>
            <p:nvPr/>
          </p:nvSpPr>
          <p:spPr>
            <a:xfrm>
              <a:off x="0" y="0"/>
              <a:ext cx="5913501" cy="899287"/>
            </a:xfrm>
            <a:custGeom>
              <a:avLst/>
              <a:gdLst/>
              <a:ahLst/>
              <a:cxnLst/>
              <a:rect l="l" t="t" r="r" b="b"/>
              <a:pathLst>
                <a:path w="5913501" h="899287">
                  <a:moveTo>
                    <a:pt x="0" y="0"/>
                  </a:moveTo>
                  <a:lnTo>
                    <a:pt x="5913501" y="0"/>
                  </a:lnTo>
                  <a:lnTo>
                    <a:pt x="5913501" y="899287"/>
                  </a:lnTo>
                  <a:lnTo>
                    <a:pt x="0" y="899287"/>
                  </a:lnTo>
                  <a:lnTo>
                    <a:pt x="0" y="0"/>
                  </a:lnTo>
                  <a:close/>
                </a:path>
              </a:pathLst>
            </a:custGeom>
            <a:blipFill>
              <a:blip r:embed="rId9"/>
              <a:stretch>
                <a:fillRect t="-1" b="-7"/>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29212" y="5129722"/>
            <a:ext cx="4960032" cy="4960032"/>
          </a:xfrm>
          <a:custGeom>
            <a:avLst/>
            <a:gdLst/>
            <a:ahLst/>
            <a:cxnLst/>
            <a:rect l="l" t="t" r="r" b="b"/>
            <a:pathLst>
              <a:path w="4960032" h="4960032">
                <a:moveTo>
                  <a:pt x="0" y="0"/>
                </a:moveTo>
                <a:lnTo>
                  <a:pt x="4960033" y="0"/>
                </a:lnTo>
                <a:lnTo>
                  <a:pt x="4960033" y="4960032"/>
                </a:lnTo>
                <a:lnTo>
                  <a:pt x="0" y="49600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3255134" y="323583"/>
            <a:ext cx="4705975" cy="4705975"/>
          </a:xfrm>
          <a:custGeom>
            <a:avLst/>
            <a:gdLst/>
            <a:ahLst/>
            <a:cxnLst/>
            <a:rect l="l" t="t" r="r" b="b"/>
            <a:pathLst>
              <a:path w="4705975" h="4705975">
                <a:moveTo>
                  <a:pt x="0" y="0"/>
                </a:moveTo>
                <a:lnTo>
                  <a:pt x="4705975" y="0"/>
                </a:lnTo>
                <a:lnTo>
                  <a:pt x="4705975" y="4705975"/>
                </a:lnTo>
                <a:lnTo>
                  <a:pt x="0" y="4705975"/>
                </a:lnTo>
                <a:lnTo>
                  <a:pt x="0" y="0"/>
                </a:lnTo>
                <a:close/>
              </a:path>
            </a:pathLst>
          </a:custGeom>
          <a:blipFill>
            <a:blip r:embed="rId3"/>
            <a:stretch>
              <a:fillRect/>
            </a:stretch>
          </a:blipFill>
        </p:spPr>
      </p:sp>
      <p:sp>
        <p:nvSpPr>
          <p:cNvPr id="4" name="Freeform 4"/>
          <p:cNvSpPr/>
          <p:nvPr/>
        </p:nvSpPr>
        <p:spPr>
          <a:xfrm>
            <a:off x="11605085" y="1859933"/>
            <a:ext cx="4122023" cy="6504178"/>
          </a:xfrm>
          <a:custGeom>
            <a:avLst/>
            <a:gdLst/>
            <a:ahLst/>
            <a:cxnLst/>
            <a:rect l="l" t="t" r="r" b="b"/>
            <a:pathLst>
              <a:path w="4122023" h="6504178">
                <a:moveTo>
                  <a:pt x="0" y="0"/>
                </a:moveTo>
                <a:lnTo>
                  <a:pt x="4122022" y="0"/>
                </a:lnTo>
                <a:lnTo>
                  <a:pt x="4122022" y="6504178"/>
                </a:lnTo>
                <a:lnTo>
                  <a:pt x="0" y="6504178"/>
                </a:lnTo>
                <a:lnTo>
                  <a:pt x="0" y="0"/>
                </a:lnTo>
                <a:close/>
              </a:path>
            </a:pathLst>
          </a:custGeom>
          <a:blipFill>
            <a:blip r:embed="rId4"/>
            <a:stretch>
              <a:fillRect/>
            </a:stretch>
          </a:blipFill>
        </p:spPr>
      </p:sp>
      <p:sp>
        <p:nvSpPr>
          <p:cNvPr id="5" name="Freeform 5"/>
          <p:cNvSpPr/>
          <p:nvPr/>
        </p:nvSpPr>
        <p:spPr>
          <a:xfrm>
            <a:off x="-1203733" y="-132010"/>
            <a:ext cx="2407467" cy="1991943"/>
          </a:xfrm>
          <a:custGeom>
            <a:avLst/>
            <a:gdLst/>
            <a:ahLst/>
            <a:cxnLst/>
            <a:rect l="l" t="t" r="r" b="b"/>
            <a:pathLst>
              <a:path w="2407467" h="1991943">
                <a:moveTo>
                  <a:pt x="0" y="0"/>
                </a:moveTo>
                <a:lnTo>
                  <a:pt x="2407466" y="0"/>
                </a:lnTo>
                <a:lnTo>
                  <a:pt x="2407466" y="1991943"/>
                </a:lnTo>
                <a:lnTo>
                  <a:pt x="0" y="1991943"/>
                </a:lnTo>
                <a:lnTo>
                  <a:pt x="0" y="0"/>
                </a:lnTo>
                <a:close/>
              </a:path>
            </a:pathLst>
          </a:custGeom>
          <a:blipFill>
            <a:blip r:embed="rId5"/>
            <a:stretch>
              <a:fillRect/>
            </a:stretch>
          </a:blipFill>
        </p:spPr>
      </p:sp>
      <p:sp>
        <p:nvSpPr>
          <p:cNvPr id="6" name="Freeform 6"/>
          <p:cNvSpPr/>
          <p:nvPr/>
        </p:nvSpPr>
        <p:spPr>
          <a:xfrm>
            <a:off x="8390697" y="8633481"/>
            <a:ext cx="1108588" cy="1456273"/>
          </a:xfrm>
          <a:custGeom>
            <a:avLst/>
            <a:gdLst/>
            <a:ahLst/>
            <a:cxnLst/>
            <a:rect l="l" t="t" r="r" b="b"/>
            <a:pathLst>
              <a:path w="1108588" h="1456273">
                <a:moveTo>
                  <a:pt x="0" y="0"/>
                </a:moveTo>
                <a:lnTo>
                  <a:pt x="1108588" y="0"/>
                </a:lnTo>
                <a:lnTo>
                  <a:pt x="1108588" y="1456273"/>
                </a:lnTo>
                <a:lnTo>
                  <a:pt x="0" y="145627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0053417" y="8633481"/>
            <a:ext cx="1057618" cy="1456273"/>
          </a:xfrm>
          <a:custGeom>
            <a:avLst/>
            <a:gdLst/>
            <a:ahLst/>
            <a:cxnLst/>
            <a:rect l="l" t="t" r="r" b="b"/>
            <a:pathLst>
              <a:path w="1057618" h="1456273">
                <a:moveTo>
                  <a:pt x="0" y="0"/>
                </a:moveTo>
                <a:lnTo>
                  <a:pt x="1057618" y="0"/>
                </a:lnTo>
                <a:lnTo>
                  <a:pt x="1057618" y="1456273"/>
                </a:lnTo>
                <a:lnTo>
                  <a:pt x="0" y="145627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1665932" y="1530009"/>
            <a:ext cx="6724765" cy="3200893"/>
          </a:xfrm>
          <a:prstGeom prst="rect">
            <a:avLst/>
          </a:prstGeom>
        </p:spPr>
        <p:txBody>
          <a:bodyPr lIns="0" tIns="0" rIns="0" bIns="0" rtlCol="0" anchor="t">
            <a:spAutoFit/>
          </a:bodyPr>
          <a:lstStyle/>
          <a:p>
            <a:pPr marL="0" lvl="0" indent="0" algn="l">
              <a:lnSpc>
                <a:spcPts val="7894"/>
              </a:lnSpc>
            </a:pPr>
            <a:r>
              <a:rPr lang="en-US" sz="7894">
                <a:solidFill>
                  <a:srgbClr val="FFBD59"/>
                </a:solidFill>
                <a:latin typeface="Bugaki"/>
                <a:ea typeface="Bugaki"/>
                <a:cs typeface="Bugaki"/>
                <a:sym typeface="Bugaki"/>
              </a:rPr>
              <a:t>How We Collected Data</a:t>
            </a:r>
          </a:p>
        </p:txBody>
      </p:sp>
      <p:sp>
        <p:nvSpPr>
          <p:cNvPr id="9" name="TextBox 9"/>
          <p:cNvSpPr txBox="1"/>
          <p:nvPr/>
        </p:nvSpPr>
        <p:spPr>
          <a:xfrm>
            <a:off x="1665932" y="5064397"/>
            <a:ext cx="8642528" cy="3116311"/>
          </a:xfrm>
          <a:prstGeom prst="rect">
            <a:avLst/>
          </a:prstGeom>
        </p:spPr>
        <p:txBody>
          <a:bodyPr lIns="0" tIns="0" rIns="0" bIns="0" rtlCol="0" anchor="t">
            <a:spAutoFit/>
          </a:bodyPr>
          <a:lstStyle/>
          <a:p>
            <a:pPr marL="0" lvl="0" indent="0" algn="l">
              <a:lnSpc>
                <a:spcPts val="3584"/>
              </a:lnSpc>
            </a:pPr>
            <a:r>
              <a:rPr lang="en-US" sz="2560">
                <a:solidFill>
                  <a:srgbClr val="D58F58"/>
                </a:solidFill>
                <a:latin typeface="Now"/>
                <a:ea typeface="Now"/>
                <a:cs typeface="Now"/>
                <a:sym typeface="Now"/>
              </a:rPr>
              <a:t>Our research approach combined multiple methods to gather comprehensive insights:</a:t>
            </a:r>
          </a:p>
          <a:p>
            <a:pPr algn="l">
              <a:lnSpc>
                <a:spcPts val="3584"/>
              </a:lnSpc>
            </a:pPr>
            <a:endParaRPr lang="en-US" sz="2560">
              <a:solidFill>
                <a:srgbClr val="D58F58"/>
              </a:solidFill>
              <a:latin typeface="Now"/>
              <a:ea typeface="Now"/>
              <a:cs typeface="Now"/>
              <a:sym typeface="Now"/>
            </a:endParaRPr>
          </a:p>
          <a:p>
            <a:pPr marL="552831" lvl="1" indent="-276416" algn="l">
              <a:lnSpc>
                <a:spcPts val="3584"/>
              </a:lnSpc>
              <a:buFont typeface="Arial"/>
              <a:buChar char="•"/>
            </a:pPr>
            <a:r>
              <a:rPr lang="en-US" sz="2560">
                <a:solidFill>
                  <a:srgbClr val="D58F58"/>
                </a:solidFill>
                <a:latin typeface="Now"/>
                <a:ea typeface="Now"/>
                <a:cs typeface="Now"/>
                <a:sym typeface="Now"/>
              </a:rPr>
              <a:t>In-depth user interviews with beekeepers, bee societies &amp; Beginners </a:t>
            </a:r>
          </a:p>
          <a:p>
            <a:pPr marL="552831" lvl="1" indent="-276416" algn="l">
              <a:lnSpc>
                <a:spcPts val="3584"/>
              </a:lnSpc>
              <a:buFont typeface="Arial"/>
              <a:buChar char="•"/>
            </a:pPr>
            <a:r>
              <a:rPr lang="en-US" sz="2560">
                <a:solidFill>
                  <a:srgbClr val="D58F58"/>
                </a:solidFill>
                <a:latin typeface="Now"/>
                <a:ea typeface="Now"/>
                <a:cs typeface="Now"/>
                <a:sym typeface="Now"/>
              </a:rPr>
              <a:t>Google Form survey for Beekeepers &amp; Consumers</a:t>
            </a:r>
          </a:p>
          <a:p>
            <a:pPr marL="552831" lvl="1" indent="-276416" algn="l">
              <a:lnSpc>
                <a:spcPts val="3584"/>
              </a:lnSpc>
              <a:buFont typeface="Arial"/>
              <a:buChar char="•"/>
            </a:pPr>
            <a:r>
              <a:rPr lang="en-US" sz="2560">
                <a:solidFill>
                  <a:srgbClr val="D58F58"/>
                </a:solidFill>
                <a:latin typeface="Now"/>
                <a:ea typeface="Now"/>
                <a:cs typeface="Now"/>
                <a:sym typeface="Now"/>
              </a:rPr>
              <a:t>Secondary Research , Bee Training Camp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9481" y="216404"/>
            <a:ext cx="4845066" cy="4845066"/>
          </a:xfrm>
          <a:custGeom>
            <a:avLst/>
            <a:gdLst/>
            <a:ahLst/>
            <a:cxnLst/>
            <a:rect l="l" t="t" r="r" b="b"/>
            <a:pathLst>
              <a:path w="4845066" h="4845066">
                <a:moveTo>
                  <a:pt x="0" y="0"/>
                </a:moveTo>
                <a:lnTo>
                  <a:pt x="4845066" y="0"/>
                </a:lnTo>
                <a:lnTo>
                  <a:pt x="4845066" y="4845067"/>
                </a:lnTo>
                <a:lnTo>
                  <a:pt x="0" y="48450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33541" y="1478701"/>
            <a:ext cx="4579135" cy="4611247"/>
          </a:xfrm>
          <a:custGeom>
            <a:avLst/>
            <a:gdLst/>
            <a:ahLst/>
            <a:cxnLst/>
            <a:rect l="l" t="t" r="r" b="b"/>
            <a:pathLst>
              <a:path w="4579135" h="4611247">
                <a:moveTo>
                  <a:pt x="0" y="0"/>
                </a:moveTo>
                <a:lnTo>
                  <a:pt x="4579135" y="0"/>
                </a:lnTo>
                <a:lnTo>
                  <a:pt x="4579135" y="4611247"/>
                </a:lnTo>
                <a:lnTo>
                  <a:pt x="0" y="4611247"/>
                </a:lnTo>
                <a:lnTo>
                  <a:pt x="0" y="0"/>
                </a:lnTo>
                <a:close/>
              </a:path>
            </a:pathLst>
          </a:custGeom>
          <a:blipFill>
            <a:blip r:embed="rId3"/>
            <a:stretch>
              <a:fillRect/>
            </a:stretch>
          </a:blipFill>
        </p:spPr>
      </p:sp>
      <p:sp>
        <p:nvSpPr>
          <p:cNvPr id="4" name="Freeform 4"/>
          <p:cNvSpPr/>
          <p:nvPr/>
        </p:nvSpPr>
        <p:spPr>
          <a:xfrm>
            <a:off x="2325599" y="8768713"/>
            <a:ext cx="441537" cy="679288"/>
          </a:xfrm>
          <a:custGeom>
            <a:avLst/>
            <a:gdLst/>
            <a:ahLst/>
            <a:cxnLst/>
            <a:rect l="l" t="t" r="r" b="b"/>
            <a:pathLst>
              <a:path w="441537" h="679288">
                <a:moveTo>
                  <a:pt x="0" y="0"/>
                </a:moveTo>
                <a:lnTo>
                  <a:pt x="441537" y="0"/>
                </a:lnTo>
                <a:lnTo>
                  <a:pt x="441537" y="679288"/>
                </a:lnTo>
                <a:lnTo>
                  <a:pt x="0" y="6792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9971678" y="8918656"/>
            <a:ext cx="441537" cy="679288"/>
          </a:xfrm>
          <a:custGeom>
            <a:avLst/>
            <a:gdLst/>
            <a:ahLst/>
            <a:cxnLst/>
            <a:rect l="l" t="t" r="r" b="b"/>
            <a:pathLst>
              <a:path w="441537" h="679288">
                <a:moveTo>
                  <a:pt x="0" y="0"/>
                </a:moveTo>
                <a:lnTo>
                  <a:pt x="441537" y="0"/>
                </a:lnTo>
                <a:lnTo>
                  <a:pt x="441537" y="679288"/>
                </a:lnTo>
                <a:lnTo>
                  <a:pt x="0" y="6792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6082626" y="2242374"/>
            <a:ext cx="5078330" cy="5078330"/>
          </a:xfrm>
          <a:custGeom>
            <a:avLst/>
            <a:gdLst/>
            <a:ahLst/>
            <a:cxnLst/>
            <a:rect l="l" t="t" r="r" b="b"/>
            <a:pathLst>
              <a:path w="5078330" h="5078330">
                <a:moveTo>
                  <a:pt x="0" y="0"/>
                </a:moveTo>
                <a:lnTo>
                  <a:pt x="5078330" y="0"/>
                </a:lnTo>
                <a:lnTo>
                  <a:pt x="5078330" y="5078331"/>
                </a:lnTo>
                <a:lnTo>
                  <a:pt x="0" y="5078331"/>
                </a:lnTo>
                <a:lnTo>
                  <a:pt x="0" y="0"/>
                </a:lnTo>
                <a:close/>
              </a:path>
            </a:pathLst>
          </a:custGeom>
          <a:blipFill>
            <a:blip r:embed="rId5"/>
            <a:stretch>
              <a:fillRect/>
            </a:stretch>
          </a:blipFill>
        </p:spPr>
      </p:sp>
      <p:sp>
        <p:nvSpPr>
          <p:cNvPr id="7" name="Freeform 7"/>
          <p:cNvSpPr/>
          <p:nvPr/>
        </p:nvSpPr>
        <p:spPr>
          <a:xfrm>
            <a:off x="15360891" y="6346630"/>
            <a:ext cx="3852482" cy="4114800"/>
          </a:xfrm>
          <a:custGeom>
            <a:avLst/>
            <a:gdLst/>
            <a:ahLst/>
            <a:cxnLst/>
            <a:rect l="l" t="t" r="r" b="b"/>
            <a:pathLst>
              <a:path w="3852482" h="4114800">
                <a:moveTo>
                  <a:pt x="0" y="0"/>
                </a:moveTo>
                <a:lnTo>
                  <a:pt x="3852481" y="0"/>
                </a:lnTo>
                <a:lnTo>
                  <a:pt x="3852481" y="4114800"/>
                </a:lnTo>
                <a:lnTo>
                  <a:pt x="0" y="4114800"/>
                </a:lnTo>
                <a:lnTo>
                  <a:pt x="0" y="0"/>
                </a:lnTo>
                <a:close/>
              </a:path>
            </a:pathLst>
          </a:custGeom>
          <a:blipFill>
            <a:blip>
              <a:alphaModFix amt="44999"/>
              <a:extLst>
                <a:ext uri="{96DAC541-7B7A-43D3-8B79-37D633B846F1}">
                  <asvg:svgBlip xmlns:asvg="http://schemas.microsoft.com/office/drawing/2016/SVG/main" r:embed="rId6"/>
                </a:ext>
              </a:extLst>
            </a:blip>
            <a:stretch>
              <a:fillRect/>
            </a:stretch>
          </a:blipFill>
        </p:spPr>
      </p:sp>
      <p:sp>
        <p:nvSpPr>
          <p:cNvPr id="8" name="Freeform 8"/>
          <p:cNvSpPr/>
          <p:nvPr/>
        </p:nvSpPr>
        <p:spPr>
          <a:xfrm>
            <a:off x="13576606" y="2060675"/>
            <a:ext cx="881113" cy="947433"/>
          </a:xfrm>
          <a:custGeom>
            <a:avLst/>
            <a:gdLst/>
            <a:ahLst/>
            <a:cxnLst/>
            <a:rect l="l" t="t" r="r" b="b"/>
            <a:pathLst>
              <a:path w="881113" h="947433">
                <a:moveTo>
                  <a:pt x="0" y="0"/>
                </a:moveTo>
                <a:lnTo>
                  <a:pt x="881113" y="0"/>
                </a:lnTo>
                <a:lnTo>
                  <a:pt x="881113" y="947433"/>
                </a:lnTo>
                <a:lnTo>
                  <a:pt x="0" y="94743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6340320" y="308075"/>
            <a:ext cx="11317675" cy="1752600"/>
          </a:xfrm>
          <a:prstGeom prst="rect">
            <a:avLst/>
          </a:prstGeom>
        </p:spPr>
        <p:txBody>
          <a:bodyPr lIns="0" tIns="0" rIns="0" bIns="0" rtlCol="0" anchor="t">
            <a:spAutoFit/>
          </a:bodyPr>
          <a:lstStyle/>
          <a:p>
            <a:pPr marL="0" lvl="0" indent="0" algn="l">
              <a:lnSpc>
                <a:spcPts val="12225"/>
              </a:lnSpc>
            </a:pPr>
            <a:r>
              <a:rPr lang="en-US" sz="10188">
                <a:solidFill>
                  <a:srgbClr val="403C38"/>
                </a:solidFill>
                <a:latin typeface="Bugaki"/>
                <a:ea typeface="Bugaki"/>
                <a:cs typeface="Bugaki"/>
                <a:sym typeface="Bugaki"/>
              </a:rPr>
              <a:t>OUR DATA</a:t>
            </a:r>
          </a:p>
        </p:txBody>
      </p:sp>
      <p:sp>
        <p:nvSpPr>
          <p:cNvPr id="10" name="TextBox 10"/>
          <p:cNvSpPr txBox="1"/>
          <p:nvPr/>
        </p:nvSpPr>
        <p:spPr>
          <a:xfrm>
            <a:off x="10716303" y="8875672"/>
            <a:ext cx="4358838" cy="727155"/>
          </a:xfrm>
          <a:prstGeom prst="rect">
            <a:avLst/>
          </a:prstGeom>
        </p:spPr>
        <p:txBody>
          <a:bodyPr lIns="0" tIns="0" rIns="0" bIns="0" rtlCol="0" anchor="t">
            <a:spAutoFit/>
          </a:bodyPr>
          <a:lstStyle/>
          <a:p>
            <a:pPr marL="0" lvl="0" indent="0" algn="l">
              <a:lnSpc>
                <a:spcPts val="2970"/>
              </a:lnSpc>
            </a:pPr>
            <a:r>
              <a:rPr lang="en-US" sz="2121">
                <a:solidFill>
                  <a:srgbClr val="393736"/>
                </a:solidFill>
                <a:latin typeface="Now"/>
                <a:ea typeface="Now"/>
                <a:cs typeface="Now"/>
                <a:sym typeface="Now"/>
              </a:rPr>
              <a:t>Contains Raw data and refined Results</a:t>
            </a:r>
          </a:p>
        </p:txBody>
      </p:sp>
      <p:sp>
        <p:nvSpPr>
          <p:cNvPr id="11" name="TextBox 11"/>
          <p:cNvSpPr txBox="1"/>
          <p:nvPr/>
        </p:nvSpPr>
        <p:spPr>
          <a:xfrm>
            <a:off x="3051224" y="8911466"/>
            <a:ext cx="5388498" cy="355680"/>
          </a:xfrm>
          <a:prstGeom prst="rect">
            <a:avLst/>
          </a:prstGeom>
        </p:spPr>
        <p:txBody>
          <a:bodyPr lIns="0" tIns="0" rIns="0" bIns="0" rtlCol="0" anchor="t">
            <a:spAutoFit/>
          </a:bodyPr>
          <a:lstStyle/>
          <a:p>
            <a:pPr marL="0" lvl="0" indent="0" algn="l">
              <a:lnSpc>
                <a:spcPts val="2970"/>
              </a:lnSpc>
            </a:pPr>
            <a:r>
              <a:rPr lang="en-US" sz="2121">
                <a:solidFill>
                  <a:srgbClr val="393736"/>
                </a:solidFill>
                <a:latin typeface="Now"/>
                <a:ea typeface="Now"/>
                <a:cs typeface="Now"/>
                <a:sym typeface="Now"/>
              </a:rPr>
              <a:t>Well Structured Repo</a:t>
            </a:r>
          </a:p>
        </p:txBody>
      </p:sp>
      <p:sp>
        <p:nvSpPr>
          <p:cNvPr id="12" name="TextBox 12"/>
          <p:cNvSpPr txBox="1"/>
          <p:nvPr/>
        </p:nvSpPr>
        <p:spPr>
          <a:xfrm>
            <a:off x="14888921" y="635216"/>
            <a:ext cx="387460" cy="7768814"/>
          </a:xfrm>
          <a:prstGeom prst="rect">
            <a:avLst/>
          </a:prstGeom>
        </p:spPr>
        <p:txBody>
          <a:bodyPr lIns="0" tIns="0" rIns="0" bIns="0" rtlCol="0" anchor="t">
            <a:spAutoFit/>
          </a:bodyPr>
          <a:lstStyle/>
          <a:p>
            <a:pPr marL="0" lvl="0" indent="0" algn="l">
              <a:lnSpc>
                <a:spcPts val="4664"/>
              </a:lnSpc>
            </a:pPr>
            <a:r>
              <a:rPr lang="en-US" sz="4909">
                <a:solidFill>
                  <a:srgbClr val="403C38"/>
                </a:solidFill>
                <a:latin typeface="Bugaki"/>
                <a:ea typeface="Bugaki"/>
                <a:cs typeface="Bugaki"/>
                <a:sym typeface="Bugaki"/>
              </a:rPr>
              <a:t>DOCUMENTATION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22619" y="2076816"/>
            <a:ext cx="4149081" cy="4149081"/>
          </a:xfrm>
          <a:custGeom>
            <a:avLst/>
            <a:gdLst/>
            <a:ahLst/>
            <a:cxnLst/>
            <a:rect l="l" t="t" r="r" b="b"/>
            <a:pathLst>
              <a:path w="4149081" h="4149081">
                <a:moveTo>
                  <a:pt x="0" y="0"/>
                </a:moveTo>
                <a:lnTo>
                  <a:pt x="4149081" y="0"/>
                </a:lnTo>
                <a:lnTo>
                  <a:pt x="4149081" y="4149080"/>
                </a:lnTo>
                <a:lnTo>
                  <a:pt x="0" y="4149080"/>
                </a:lnTo>
                <a:lnTo>
                  <a:pt x="0" y="0"/>
                </a:lnTo>
                <a:close/>
              </a:path>
            </a:pathLst>
          </a:custGeom>
          <a:blipFill>
            <a:blip>
              <a:alphaModFix amt="62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6922619" y="6137919"/>
            <a:ext cx="4149081" cy="4149081"/>
          </a:xfrm>
          <a:custGeom>
            <a:avLst/>
            <a:gdLst/>
            <a:ahLst/>
            <a:cxnLst/>
            <a:rect l="l" t="t" r="r" b="b"/>
            <a:pathLst>
              <a:path w="4149081" h="4149081">
                <a:moveTo>
                  <a:pt x="0" y="0"/>
                </a:moveTo>
                <a:lnTo>
                  <a:pt x="4149081" y="0"/>
                </a:lnTo>
                <a:lnTo>
                  <a:pt x="4149081" y="4149081"/>
                </a:lnTo>
                <a:lnTo>
                  <a:pt x="0" y="4149081"/>
                </a:lnTo>
                <a:lnTo>
                  <a:pt x="0" y="0"/>
                </a:lnTo>
                <a:close/>
              </a:path>
            </a:pathLst>
          </a:custGeom>
          <a:blipFill>
            <a:blip>
              <a:alphaModFix amt="62000"/>
              <a:extLst>
                <a:ext uri="{96DAC541-7B7A-43D3-8B79-37D633B846F1}">
                  <asvg:svgBlip xmlns:asvg="http://schemas.microsoft.com/office/drawing/2016/SVG/main" r:embed="rId2"/>
                </a:ext>
              </a:extLst>
            </a:blip>
            <a:stretch>
              <a:fillRect/>
            </a:stretch>
          </a:blipFill>
        </p:spPr>
      </p:sp>
      <p:sp>
        <p:nvSpPr>
          <p:cNvPr id="4" name="Freeform 4"/>
          <p:cNvSpPr/>
          <p:nvPr/>
        </p:nvSpPr>
        <p:spPr>
          <a:xfrm>
            <a:off x="0" y="-117302"/>
            <a:ext cx="3031057" cy="1883044"/>
          </a:xfrm>
          <a:custGeom>
            <a:avLst/>
            <a:gdLst/>
            <a:ahLst/>
            <a:cxnLst/>
            <a:rect l="l" t="t" r="r" b="b"/>
            <a:pathLst>
              <a:path w="3031057" h="1883044">
                <a:moveTo>
                  <a:pt x="0" y="0"/>
                </a:moveTo>
                <a:lnTo>
                  <a:pt x="3031057" y="0"/>
                </a:lnTo>
                <a:lnTo>
                  <a:pt x="3031057" y="1883044"/>
                </a:lnTo>
                <a:lnTo>
                  <a:pt x="0" y="18830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848082" y="824220"/>
            <a:ext cx="2741946" cy="2505192"/>
          </a:xfrm>
          <a:custGeom>
            <a:avLst/>
            <a:gdLst/>
            <a:ahLst/>
            <a:cxnLst/>
            <a:rect l="l" t="t" r="r" b="b"/>
            <a:pathLst>
              <a:path w="2741946" h="2505192">
                <a:moveTo>
                  <a:pt x="0" y="0"/>
                </a:moveTo>
                <a:lnTo>
                  <a:pt x="2741946" y="0"/>
                </a:lnTo>
                <a:lnTo>
                  <a:pt x="2741946" y="2505191"/>
                </a:lnTo>
                <a:lnTo>
                  <a:pt x="0" y="2505191"/>
                </a:lnTo>
                <a:lnTo>
                  <a:pt x="0" y="0"/>
                </a:lnTo>
                <a:close/>
              </a:path>
            </a:pathLst>
          </a:custGeom>
          <a:blipFill>
            <a:blip r:embed="rId4"/>
            <a:stretch>
              <a:fillRect/>
            </a:stretch>
          </a:blipFill>
        </p:spPr>
      </p:sp>
      <p:sp>
        <p:nvSpPr>
          <p:cNvPr id="6" name="Freeform 6"/>
          <p:cNvSpPr/>
          <p:nvPr/>
        </p:nvSpPr>
        <p:spPr>
          <a:xfrm>
            <a:off x="758565" y="2149383"/>
            <a:ext cx="4544984" cy="4629150"/>
          </a:xfrm>
          <a:custGeom>
            <a:avLst/>
            <a:gdLst/>
            <a:ahLst/>
            <a:cxnLst/>
            <a:rect l="l" t="t" r="r" b="b"/>
            <a:pathLst>
              <a:path w="4544984" h="4629150">
                <a:moveTo>
                  <a:pt x="0" y="0"/>
                </a:moveTo>
                <a:lnTo>
                  <a:pt x="4544984" y="0"/>
                </a:lnTo>
                <a:lnTo>
                  <a:pt x="4544984" y="4629150"/>
                </a:lnTo>
                <a:lnTo>
                  <a:pt x="0" y="46291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5833523" y="407138"/>
            <a:ext cx="6953143" cy="2828925"/>
          </a:xfrm>
          <a:prstGeom prst="rect">
            <a:avLst/>
          </a:prstGeom>
        </p:spPr>
        <p:txBody>
          <a:bodyPr lIns="0" tIns="0" rIns="0" bIns="0" rtlCol="0" anchor="t">
            <a:spAutoFit/>
          </a:bodyPr>
          <a:lstStyle/>
          <a:p>
            <a:pPr marL="0" lvl="0" indent="0" algn="l">
              <a:lnSpc>
                <a:spcPts val="7161"/>
              </a:lnSpc>
            </a:pPr>
            <a:r>
              <a:rPr lang="en-US" sz="5968">
                <a:solidFill>
                  <a:srgbClr val="403C38"/>
                </a:solidFill>
                <a:latin typeface="Bugaki"/>
                <a:ea typeface="Bugaki"/>
                <a:cs typeface="Bugaki"/>
                <a:sym typeface="Bugaki"/>
              </a:rPr>
              <a:t>User Interviews &amp; Observation Highlights</a:t>
            </a:r>
          </a:p>
        </p:txBody>
      </p:sp>
      <p:sp>
        <p:nvSpPr>
          <p:cNvPr id="8" name="TextBox 8"/>
          <p:cNvSpPr txBox="1"/>
          <p:nvPr/>
        </p:nvSpPr>
        <p:spPr>
          <a:xfrm>
            <a:off x="759857" y="2802839"/>
            <a:ext cx="4039985" cy="1129073"/>
          </a:xfrm>
          <a:prstGeom prst="rect">
            <a:avLst/>
          </a:prstGeom>
        </p:spPr>
        <p:txBody>
          <a:bodyPr lIns="0" tIns="0" rIns="0" bIns="0" rtlCol="0" anchor="t">
            <a:spAutoFit/>
          </a:bodyPr>
          <a:lstStyle/>
          <a:p>
            <a:pPr algn="ctr">
              <a:lnSpc>
                <a:spcPts val="4442"/>
              </a:lnSpc>
              <a:spcBef>
                <a:spcPct val="0"/>
              </a:spcBef>
            </a:pPr>
            <a:r>
              <a:rPr lang="en-US" sz="3173" b="1">
                <a:solidFill>
                  <a:srgbClr val="000000"/>
                </a:solidFill>
                <a:latin typeface="Times New Roman Bold"/>
                <a:ea typeface="Times New Roman Bold"/>
                <a:cs typeface="Times New Roman Bold"/>
                <a:sym typeface="Times New Roman Bold"/>
              </a:rPr>
              <a:t>Infrequent Inspection Due to Effort</a:t>
            </a:r>
          </a:p>
        </p:txBody>
      </p:sp>
      <p:sp>
        <p:nvSpPr>
          <p:cNvPr id="9" name="TextBox 9"/>
          <p:cNvSpPr txBox="1"/>
          <p:nvPr/>
        </p:nvSpPr>
        <p:spPr>
          <a:xfrm>
            <a:off x="1016161" y="3987791"/>
            <a:ext cx="3527378" cy="2092183"/>
          </a:xfrm>
          <a:prstGeom prst="rect">
            <a:avLst/>
          </a:prstGeom>
        </p:spPr>
        <p:txBody>
          <a:bodyPr lIns="0" tIns="0" rIns="0" bIns="0" rtlCol="0" anchor="t">
            <a:spAutoFit/>
          </a:bodyPr>
          <a:lstStyle/>
          <a:p>
            <a:pPr algn="ctr">
              <a:lnSpc>
                <a:spcPts val="3332"/>
              </a:lnSpc>
              <a:spcBef>
                <a:spcPct val="0"/>
              </a:spcBef>
            </a:pPr>
            <a:r>
              <a:rPr lang="en-US" sz="2380">
                <a:solidFill>
                  <a:srgbClr val="000000"/>
                </a:solidFill>
                <a:latin typeface="Times New Roman"/>
                <a:ea typeface="Times New Roman"/>
                <a:cs typeface="Times New Roman"/>
                <a:sym typeface="Times New Roman"/>
              </a:rPr>
              <a:t>Hive inspection feels time-consuming &amp; exhausting → farmers only open hives when a visible problem occurs, not on a schedule.</a:t>
            </a:r>
          </a:p>
        </p:txBody>
      </p:sp>
      <p:sp>
        <p:nvSpPr>
          <p:cNvPr id="10" name="TextBox 10"/>
          <p:cNvSpPr txBox="1"/>
          <p:nvPr/>
        </p:nvSpPr>
        <p:spPr>
          <a:xfrm>
            <a:off x="758565" y="6245104"/>
            <a:ext cx="3784974" cy="258894"/>
          </a:xfrm>
          <a:prstGeom prst="rect">
            <a:avLst/>
          </a:prstGeom>
        </p:spPr>
        <p:txBody>
          <a:bodyPr lIns="0" tIns="0" rIns="0" bIns="0" rtlCol="0" anchor="t">
            <a:spAutoFit/>
          </a:bodyPr>
          <a:lstStyle/>
          <a:p>
            <a:pPr algn="ctr">
              <a:lnSpc>
                <a:spcPts val="2005"/>
              </a:lnSpc>
              <a:spcBef>
                <a:spcPct val="0"/>
              </a:spcBef>
            </a:pPr>
            <a:r>
              <a:rPr lang="en-US" sz="1432">
                <a:solidFill>
                  <a:srgbClr val="000000"/>
                </a:solidFill>
                <a:latin typeface="Times New Roman"/>
                <a:ea typeface="Times New Roman"/>
                <a:cs typeface="Times New Roman"/>
                <a:sym typeface="Times New Roman"/>
              </a:rPr>
              <a:t>[INT-Manjunath][INT-Sushanth]</a:t>
            </a:r>
          </a:p>
        </p:txBody>
      </p:sp>
      <p:sp>
        <p:nvSpPr>
          <p:cNvPr id="11" name="Freeform 11"/>
          <p:cNvSpPr/>
          <p:nvPr/>
        </p:nvSpPr>
        <p:spPr>
          <a:xfrm>
            <a:off x="5833523" y="4083788"/>
            <a:ext cx="4544984" cy="4629150"/>
          </a:xfrm>
          <a:custGeom>
            <a:avLst/>
            <a:gdLst/>
            <a:ahLst/>
            <a:cxnLst/>
            <a:rect l="l" t="t" r="r" b="b"/>
            <a:pathLst>
              <a:path w="4544984" h="4629150">
                <a:moveTo>
                  <a:pt x="0" y="0"/>
                </a:moveTo>
                <a:lnTo>
                  <a:pt x="4544983" y="0"/>
                </a:lnTo>
                <a:lnTo>
                  <a:pt x="4544983" y="4629150"/>
                </a:lnTo>
                <a:lnTo>
                  <a:pt x="0" y="46291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5834815" y="4737245"/>
            <a:ext cx="4039985" cy="1129073"/>
          </a:xfrm>
          <a:prstGeom prst="rect">
            <a:avLst/>
          </a:prstGeom>
        </p:spPr>
        <p:txBody>
          <a:bodyPr lIns="0" tIns="0" rIns="0" bIns="0" rtlCol="0" anchor="t">
            <a:spAutoFit/>
          </a:bodyPr>
          <a:lstStyle/>
          <a:p>
            <a:pPr algn="ctr">
              <a:lnSpc>
                <a:spcPts val="4442"/>
              </a:lnSpc>
              <a:spcBef>
                <a:spcPct val="0"/>
              </a:spcBef>
            </a:pPr>
            <a:r>
              <a:rPr lang="en-US" sz="3173" b="1">
                <a:solidFill>
                  <a:srgbClr val="000000"/>
                </a:solidFill>
                <a:latin typeface="Times New Roman Bold"/>
                <a:ea typeface="Times New Roman Bold"/>
                <a:cs typeface="Times New Roman Bold"/>
                <a:sym typeface="Times New Roman Bold"/>
              </a:rPr>
              <a:t>Adoption Hesitation Fear of Stings </a:t>
            </a:r>
          </a:p>
        </p:txBody>
      </p:sp>
      <p:sp>
        <p:nvSpPr>
          <p:cNvPr id="13" name="TextBox 13"/>
          <p:cNvSpPr txBox="1"/>
          <p:nvPr/>
        </p:nvSpPr>
        <p:spPr>
          <a:xfrm>
            <a:off x="6091119" y="5979347"/>
            <a:ext cx="3527378" cy="2075540"/>
          </a:xfrm>
          <a:prstGeom prst="rect">
            <a:avLst/>
          </a:prstGeom>
        </p:spPr>
        <p:txBody>
          <a:bodyPr lIns="0" tIns="0" rIns="0" bIns="0" rtlCol="0" anchor="t">
            <a:spAutoFit/>
          </a:bodyPr>
          <a:lstStyle/>
          <a:p>
            <a:pPr algn="ctr">
              <a:lnSpc>
                <a:spcPts val="2713"/>
              </a:lnSpc>
            </a:pPr>
            <a:r>
              <a:rPr lang="en-US" sz="2380">
                <a:solidFill>
                  <a:srgbClr val="000000"/>
                </a:solidFill>
                <a:latin typeface="Times New Roman"/>
                <a:ea typeface="Times New Roman"/>
                <a:cs typeface="Times New Roman"/>
                <a:sym typeface="Times New Roman"/>
              </a:rPr>
              <a:t>Small farmers interested in extra income hesitate to start beekeeping due to fear of bee stings and colony disturbance during hive opening.</a:t>
            </a:r>
          </a:p>
        </p:txBody>
      </p:sp>
      <p:sp>
        <p:nvSpPr>
          <p:cNvPr id="14" name="TextBox 14"/>
          <p:cNvSpPr txBox="1"/>
          <p:nvPr/>
        </p:nvSpPr>
        <p:spPr>
          <a:xfrm>
            <a:off x="5833523" y="8179510"/>
            <a:ext cx="3784974" cy="258894"/>
          </a:xfrm>
          <a:prstGeom prst="rect">
            <a:avLst/>
          </a:prstGeom>
        </p:spPr>
        <p:txBody>
          <a:bodyPr lIns="0" tIns="0" rIns="0" bIns="0" rtlCol="0" anchor="t">
            <a:spAutoFit/>
          </a:bodyPr>
          <a:lstStyle/>
          <a:p>
            <a:pPr algn="ctr">
              <a:lnSpc>
                <a:spcPts val="2005"/>
              </a:lnSpc>
              <a:spcBef>
                <a:spcPct val="0"/>
              </a:spcBef>
            </a:pPr>
            <a:r>
              <a:rPr lang="en-US" sz="1432">
                <a:solidFill>
                  <a:srgbClr val="000000"/>
                </a:solidFill>
                <a:latin typeface="Times New Roman"/>
                <a:ea typeface="Times New Roman"/>
                <a:cs typeface="Times New Roman"/>
                <a:sym typeface="Times New Roman"/>
              </a:rPr>
              <a:t> [INT-Harsha][INT-Manjunath]</a:t>
            </a:r>
          </a:p>
        </p:txBody>
      </p:sp>
      <p:sp>
        <p:nvSpPr>
          <p:cNvPr id="15" name="Freeform 15"/>
          <p:cNvSpPr/>
          <p:nvPr/>
        </p:nvSpPr>
        <p:spPr>
          <a:xfrm>
            <a:off x="11674071" y="5143500"/>
            <a:ext cx="4544984" cy="4629150"/>
          </a:xfrm>
          <a:custGeom>
            <a:avLst/>
            <a:gdLst/>
            <a:ahLst/>
            <a:cxnLst/>
            <a:rect l="l" t="t" r="r" b="b"/>
            <a:pathLst>
              <a:path w="4544984" h="4629150">
                <a:moveTo>
                  <a:pt x="0" y="0"/>
                </a:moveTo>
                <a:lnTo>
                  <a:pt x="4544984" y="0"/>
                </a:lnTo>
                <a:lnTo>
                  <a:pt x="4544984" y="4629150"/>
                </a:lnTo>
                <a:lnTo>
                  <a:pt x="0" y="46291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11675363" y="5796956"/>
            <a:ext cx="4039985" cy="1129073"/>
          </a:xfrm>
          <a:prstGeom prst="rect">
            <a:avLst/>
          </a:prstGeom>
        </p:spPr>
        <p:txBody>
          <a:bodyPr lIns="0" tIns="0" rIns="0" bIns="0" rtlCol="0" anchor="t">
            <a:spAutoFit/>
          </a:bodyPr>
          <a:lstStyle/>
          <a:p>
            <a:pPr algn="ctr">
              <a:lnSpc>
                <a:spcPts val="4442"/>
              </a:lnSpc>
              <a:spcBef>
                <a:spcPct val="0"/>
              </a:spcBef>
            </a:pPr>
            <a:r>
              <a:rPr lang="en-US" sz="3173" b="1">
                <a:solidFill>
                  <a:srgbClr val="000000"/>
                </a:solidFill>
                <a:latin typeface="Times New Roman Bold"/>
                <a:ea typeface="Times New Roman Bold"/>
                <a:cs typeface="Times New Roman Bold"/>
                <a:sym typeface="Times New Roman Bold"/>
              </a:rPr>
              <a:t>Hive Opening is the Hardest Task </a:t>
            </a:r>
          </a:p>
        </p:txBody>
      </p:sp>
      <p:sp>
        <p:nvSpPr>
          <p:cNvPr id="17" name="TextBox 17"/>
          <p:cNvSpPr txBox="1"/>
          <p:nvPr/>
        </p:nvSpPr>
        <p:spPr>
          <a:xfrm>
            <a:off x="11931667" y="7039058"/>
            <a:ext cx="3527378" cy="2075540"/>
          </a:xfrm>
          <a:prstGeom prst="rect">
            <a:avLst/>
          </a:prstGeom>
        </p:spPr>
        <p:txBody>
          <a:bodyPr lIns="0" tIns="0" rIns="0" bIns="0" rtlCol="0" anchor="t">
            <a:spAutoFit/>
          </a:bodyPr>
          <a:lstStyle/>
          <a:p>
            <a:pPr algn="ctr">
              <a:lnSpc>
                <a:spcPts val="2713"/>
              </a:lnSpc>
            </a:pPr>
            <a:r>
              <a:rPr lang="en-US" sz="2380" dirty="0">
                <a:solidFill>
                  <a:srgbClr val="000000"/>
                </a:solidFill>
                <a:latin typeface="Times New Roman"/>
                <a:ea typeface="Times New Roman"/>
                <a:cs typeface="Times New Roman"/>
                <a:sym typeface="Times New Roman"/>
              </a:rPr>
              <a:t>Survey confirms hive inspection is among the most difficult parts of beekeeping opening and checking hives ranks as a top challenge.</a:t>
            </a:r>
          </a:p>
        </p:txBody>
      </p:sp>
      <p:sp>
        <p:nvSpPr>
          <p:cNvPr id="18" name="TextBox 18"/>
          <p:cNvSpPr txBox="1"/>
          <p:nvPr/>
        </p:nvSpPr>
        <p:spPr>
          <a:xfrm>
            <a:off x="11674071" y="9239221"/>
            <a:ext cx="3784974" cy="258894"/>
          </a:xfrm>
          <a:prstGeom prst="rect">
            <a:avLst/>
          </a:prstGeom>
        </p:spPr>
        <p:txBody>
          <a:bodyPr lIns="0" tIns="0" rIns="0" bIns="0" rtlCol="0" anchor="t">
            <a:spAutoFit/>
          </a:bodyPr>
          <a:lstStyle/>
          <a:p>
            <a:pPr algn="ctr">
              <a:lnSpc>
                <a:spcPts val="2005"/>
              </a:lnSpc>
              <a:spcBef>
                <a:spcPct val="0"/>
              </a:spcBef>
            </a:pPr>
            <a:r>
              <a:rPr lang="en-US" sz="1432">
                <a:solidFill>
                  <a:srgbClr val="000000"/>
                </a:solidFill>
                <a:latin typeface="Times New Roman"/>
                <a:ea typeface="Times New Roman"/>
                <a:cs typeface="Times New Roman"/>
                <a:sym typeface="Times New Roman"/>
              </a:rPr>
              <a:t>[SUR-Beekeepers]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22619" y="2076816"/>
            <a:ext cx="4149081" cy="4149081"/>
          </a:xfrm>
          <a:custGeom>
            <a:avLst/>
            <a:gdLst/>
            <a:ahLst/>
            <a:cxnLst/>
            <a:rect l="l" t="t" r="r" b="b"/>
            <a:pathLst>
              <a:path w="4149081" h="4149081">
                <a:moveTo>
                  <a:pt x="0" y="0"/>
                </a:moveTo>
                <a:lnTo>
                  <a:pt x="4149081" y="0"/>
                </a:lnTo>
                <a:lnTo>
                  <a:pt x="4149081" y="4149080"/>
                </a:lnTo>
                <a:lnTo>
                  <a:pt x="0" y="41490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922619" y="6137919"/>
            <a:ext cx="4149081" cy="4149081"/>
          </a:xfrm>
          <a:custGeom>
            <a:avLst/>
            <a:gdLst/>
            <a:ahLst/>
            <a:cxnLst/>
            <a:rect l="l" t="t" r="r" b="b"/>
            <a:pathLst>
              <a:path w="4149081" h="4149081">
                <a:moveTo>
                  <a:pt x="0" y="0"/>
                </a:moveTo>
                <a:lnTo>
                  <a:pt x="4149081" y="0"/>
                </a:lnTo>
                <a:lnTo>
                  <a:pt x="4149081" y="4149081"/>
                </a:lnTo>
                <a:lnTo>
                  <a:pt x="0" y="41490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0" y="-117302"/>
            <a:ext cx="3031057" cy="1883044"/>
          </a:xfrm>
          <a:custGeom>
            <a:avLst/>
            <a:gdLst/>
            <a:ahLst/>
            <a:cxnLst/>
            <a:rect l="l" t="t" r="r" b="b"/>
            <a:pathLst>
              <a:path w="3031057" h="1883044">
                <a:moveTo>
                  <a:pt x="0" y="0"/>
                </a:moveTo>
                <a:lnTo>
                  <a:pt x="3031057" y="0"/>
                </a:lnTo>
                <a:lnTo>
                  <a:pt x="3031057" y="1883044"/>
                </a:lnTo>
                <a:lnTo>
                  <a:pt x="0" y="18830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848082" y="824220"/>
            <a:ext cx="2741946" cy="2505192"/>
          </a:xfrm>
          <a:custGeom>
            <a:avLst/>
            <a:gdLst/>
            <a:ahLst/>
            <a:cxnLst/>
            <a:rect l="l" t="t" r="r" b="b"/>
            <a:pathLst>
              <a:path w="2741946" h="2505192">
                <a:moveTo>
                  <a:pt x="0" y="0"/>
                </a:moveTo>
                <a:lnTo>
                  <a:pt x="2741946" y="0"/>
                </a:lnTo>
                <a:lnTo>
                  <a:pt x="2741946" y="2505191"/>
                </a:lnTo>
                <a:lnTo>
                  <a:pt x="0" y="2505191"/>
                </a:lnTo>
                <a:lnTo>
                  <a:pt x="0" y="0"/>
                </a:lnTo>
                <a:close/>
              </a:path>
            </a:pathLst>
          </a:custGeom>
          <a:blipFill>
            <a:blip r:embed="rId4"/>
            <a:stretch>
              <a:fillRect/>
            </a:stretch>
          </a:blipFill>
        </p:spPr>
      </p:sp>
      <p:sp>
        <p:nvSpPr>
          <p:cNvPr id="6" name="Freeform 6"/>
          <p:cNvSpPr/>
          <p:nvPr/>
        </p:nvSpPr>
        <p:spPr>
          <a:xfrm>
            <a:off x="758565" y="2149383"/>
            <a:ext cx="4544984" cy="4629150"/>
          </a:xfrm>
          <a:custGeom>
            <a:avLst/>
            <a:gdLst/>
            <a:ahLst/>
            <a:cxnLst/>
            <a:rect l="l" t="t" r="r" b="b"/>
            <a:pathLst>
              <a:path w="4544984" h="4629150">
                <a:moveTo>
                  <a:pt x="0" y="0"/>
                </a:moveTo>
                <a:lnTo>
                  <a:pt x="4544984" y="0"/>
                </a:lnTo>
                <a:lnTo>
                  <a:pt x="4544984" y="4629150"/>
                </a:lnTo>
                <a:lnTo>
                  <a:pt x="0" y="46291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5833523" y="407138"/>
            <a:ext cx="6953143" cy="2828925"/>
          </a:xfrm>
          <a:prstGeom prst="rect">
            <a:avLst/>
          </a:prstGeom>
        </p:spPr>
        <p:txBody>
          <a:bodyPr lIns="0" tIns="0" rIns="0" bIns="0" rtlCol="0" anchor="t">
            <a:spAutoFit/>
          </a:bodyPr>
          <a:lstStyle/>
          <a:p>
            <a:pPr marL="0" lvl="0" indent="0" algn="l">
              <a:lnSpc>
                <a:spcPts val="7161"/>
              </a:lnSpc>
            </a:pPr>
            <a:r>
              <a:rPr lang="en-US" sz="5968">
                <a:solidFill>
                  <a:srgbClr val="403C38"/>
                </a:solidFill>
                <a:latin typeface="Bugaki"/>
                <a:ea typeface="Bugaki"/>
                <a:cs typeface="Bugaki"/>
                <a:sym typeface="Bugaki"/>
              </a:rPr>
              <a:t>User Interviews &amp; Observation Highlights</a:t>
            </a:r>
          </a:p>
        </p:txBody>
      </p:sp>
      <p:sp>
        <p:nvSpPr>
          <p:cNvPr id="8" name="TextBox 8"/>
          <p:cNvSpPr txBox="1"/>
          <p:nvPr/>
        </p:nvSpPr>
        <p:spPr>
          <a:xfrm>
            <a:off x="759857" y="2802839"/>
            <a:ext cx="4039985" cy="1129073"/>
          </a:xfrm>
          <a:prstGeom prst="rect">
            <a:avLst/>
          </a:prstGeom>
        </p:spPr>
        <p:txBody>
          <a:bodyPr lIns="0" tIns="0" rIns="0" bIns="0" rtlCol="0" anchor="t">
            <a:spAutoFit/>
          </a:bodyPr>
          <a:lstStyle/>
          <a:p>
            <a:pPr algn="ctr">
              <a:lnSpc>
                <a:spcPts val="4442"/>
              </a:lnSpc>
              <a:spcBef>
                <a:spcPct val="0"/>
              </a:spcBef>
            </a:pPr>
            <a:r>
              <a:rPr lang="en-US" sz="3173" b="1">
                <a:solidFill>
                  <a:srgbClr val="000000"/>
                </a:solidFill>
                <a:latin typeface="Times New Roman Bold"/>
                <a:ea typeface="Times New Roman Bold"/>
                <a:cs typeface="Times New Roman Bold"/>
                <a:sym typeface="Times New Roman Bold"/>
              </a:rPr>
              <a:t>Colony Loss &amp; Pest Exposure </a:t>
            </a:r>
          </a:p>
        </p:txBody>
      </p:sp>
      <p:sp>
        <p:nvSpPr>
          <p:cNvPr id="9" name="TextBox 9"/>
          <p:cNvSpPr txBox="1"/>
          <p:nvPr/>
        </p:nvSpPr>
        <p:spPr>
          <a:xfrm>
            <a:off x="1016161" y="3987791"/>
            <a:ext cx="3527378" cy="2092183"/>
          </a:xfrm>
          <a:prstGeom prst="rect">
            <a:avLst/>
          </a:prstGeom>
        </p:spPr>
        <p:txBody>
          <a:bodyPr lIns="0" tIns="0" rIns="0" bIns="0" rtlCol="0" anchor="t">
            <a:spAutoFit/>
          </a:bodyPr>
          <a:lstStyle/>
          <a:p>
            <a:pPr algn="ctr">
              <a:lnSpc>
                <a:spcPts val="3332"/>
              </a:lnSpc>
              <a:spcBef>
                <a:spcPct val="0"/>
              </a:spcBef>
            </a:pPr>
            <a:r>
              <a:rPr lang="en-US" sz="2380" dirty="0">
                <a:solidFill>
                  <a:srgbClr val="000000"/>
                </a:solidFill>
                <a:latin typeface="Times New Roman"/>
                <a:ea typeface="Times New Roman"/>
                <a:cs typeface="Times New Roman"/>
                <a:sym typeface="Times New Roman"/>
              </a:rPr>
              <a:t>Societies report recurring challenges: colony loss, pest infestations, and pesticide exposure  all requiring careful, regular monitoring.</a:t>
            </a:r>
          </a:p>
        </p:txBody>
      </p:sp>
      <p:sp>
        <p:nvSpPr>
          <p:cNvPr id="10" name="TextBox 10"/>
          <p:cNvSpPr txBox="1"/>
          <p:nvPr/>
        </p:nvSpPr>
        <p:spPr>
          <a:xfrm>
            <a:off x="758565" y="6245104"/>
            <a:ext cx="3784974" cy="258894"/>
          </a:xfrm>
          <a:prstGeom prst="rect">
            <a:avLst/>
          </a:prstGeom>
        </p:spPr>
        <p:txBody>
          <a:bodyPr lIns="0" tIns="0" rIns="0" bIns="0" rtlCol="0" anchor="t">
            <a:spAutoFit/>
          </a:bodyPr>
          <a:lstStyle/>
          <a:p>
            <a:pPr algn="ctr">
              <a:lnSpc>
                <a:spcPts val="2005"/>
              </a:lnSpc>
              <a:spcBef>
                <a:spcPct val="0"/>
              </a:spcBef>
            </a:pPr>
            <a:r>
              <a:rPr lang="en-US" sz="1432">
                <a:solidFill>
                  <a:srgbClr val="000000"/>
                </a:solidFill>
                <a:latin typeface="Times New Roman"/>
                <a:ea typeface="Times New Roman"/>
                <a:cs typeface="Times New Roman"/>
                <a:sym typeface="Times New Roman"/>
              </a:rPr>
              <a:t>[SUR-Beekeepers]</a:t>
            </a:r>
          </a:p>
        </p:txBody>
      </p:sp>
      <p:sp>
        <p:nvSpPr>
          <p:cNvPr id="11" name="Freeform 11"/>
          <p:cNvSpPr/>
          <p:nvPr/>
        </p:nvSpPr>
        <p:spPr>
          <a:xfrm>
            <a:off x="5833523" y="4083788"/>
            <a:ext cx="4544984" cy="4629150"/>
          </a:xfrm>
          <a:custGeom>
            <a:avLst/>
            <a:gdLst/>
            <a:ahLst/>
            <a:cxnLst/>
            <a:rect l="l" t="t" r="r" b="b"/>
            <a:pathLst>
              <a:path w="4544984" h="4629150">
                <a:moveTo>
                  <a:pt x="0" y="0"/>
                </a:moveTo>
                <a:lnTo>
                  <a:pt x="4544983" y="0"/>
                </a:lnTo>
                <a:lnTo>
                  <a:pt x="4544983" y="4629150"/>
                </a:lnTo>
                <a:lnTo>
                  <a:pt x="0" y="46291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5834815" y="4737245"/>
            <a:ext cx="4039985" cy="1129073"/>
          </a:xfrm>
          <a:prstGeom prst="rect">
            <a:avLst/>
          </a:prstGeom>
        </p:spPr>
        <p:txBody>
          <a:bodyPr lIns="0" tIns="0" rIns="0" bIns="0" rtlCol="0" anchor="t">
            <a:spAutoFit/>
          </a:bodyPr>
          <a:lstStyle/>
          <a:p>
            <a:pPr algn="ctr">
              <a:lnSpc>
                <a:spcPts val="4442"/>
              </a:lnSpc>
            </a:pPr>
            <a:r>
              <a:rPr lang="en-US" sz="3173" b="1">
                <a:solidFill>
                  <a:srgbClr val="000000"/>
                </a:solidFill>
                <a:latin typeface="Times New Roman Bold"/>
                <a:ea typeface="Times New Roman Bold"/>
                <a:cs typeface="Times New Roman Bold"/>
                <a:sym typeface="Times New Roman Bold"/>
              </a:rPr>
              <a:t>NO formal </a:t>
            </a:r>
          </a:p>
          <a:p>
            <a:pPr algn="ctr">
              <a:lnSpc>
                <a:spcPts val="4442"/>
              </a:lnSpc>
              <a:spcBef>
                <a:spcPct val="0"/>
              </a:spcBef>
            </a:pPr>
            <a:r>
              <a:rPr lang="en-US" sz="3173" b="1">
                <a:solidFill>
                  <a:srgbClr val="000000"/>
                </a:solidFill>
                <a:latin typeface="Times New Roman Bold"/>
                <a:ea typeface="Times New Roman Bold"/>
                <a:cs typeface="Times New Roman Bold"/>
                <a:sym typeface="Times New Roman Bold"/>
              </a:rPr>
              <a:t>Training</a:t>
            </a:r>
          </a:p>
        </p:txBody>
      </p:sp>
      <p:sp>
        <p:nvSpPr>
          <p:cNvPr id="13" name="TextBox 13"/>
          <p:cNvSpPr txBox="1"/>
          <p:nvPr/>
        </p:nvSpPr>
        <p:spPr>
          <a:xfrm>
            <a:off x="6091119" y="5969822"/>
            <a:ext cx="3420137" cy="2021963"/>
          </a:xfrm>
          <a:prstGeom prst="rect">
            <a:avLst/>
          </a:prstGeom>
        </p:spPr>
        <p:txBody>
          <a:bodyPr lIns="0" tIns="0" rIns="0" bIns="0" rtlCol="0" anchor="t">
            <a:spAutoFit/>
          </a:bodyPr>
          <a:lstStyle/>
          <a:p>
            <a:pPr algn="ctr">
              <a:lnSpc>
                <a:spcPts val="2631"/>
              </a:lnSpc>
            </a:pPr>
            <a:r>
              <a:rPr lang="en-US" sz="2308">
                <a:solidFill>
                  <a:srgbClr val="000000"/>
                </a:solidFill>
                <a:latin typeface="Times New Roman"/>
                <a:ea typeface="Times New Roman"/>
                <a:cs typeface="Times New Roman"/>
                <a:sym typeface="Times New Roman"/>
              </a:rPr>
              <a:t>Most interviewees rely on informal learning rather than structured training, which leads to inconsistent practices and low confidence in “doing it right.”</a:t>
            </a:r>
          </a:p>
        </p:txBody>
      </p:sp>
      <p:sp>
        <p:nvSpPr>
          <p:cNvPr id="14" name="TextBox 14"/>
          <p:cNvSpPr txBox="1"/>
          <p:nvPr/>
        </p:nvSpPr>
        <p:spPr>
          <a:xfrm>
            <a:off x="5833523" y="8179510"/>
            <a:ext cx="3784974" cy="258894"/>
          </a:xfrm>
          <a:prstGeom prst="rect">
            <a:avLst/>
          </a:prstGeom>
        </p:spPr>
        <p:txBody>
          <a:bodyPr lIns="0" tIns="0" rIns="0" bIns="0" rtlCol="0" anchor="t">
            <a:spAutoFit/>
          </a:bodyPr>
          <a:lstStyle/>
          <a:p>
            <a:pPr algn="ctr">
              <a:lnSpc>
                <a:spcPts val="2005"/>
              </a:lnSpc>
              <a:spcBef>
                <a:spcPct val="0"/>
              </a:spcBef>
            </a:pPr>
            <a:r>
              <a:rPr lang="en-US" sz="1432">
                <a:solidFill>
                  <a:srgbClr val="000000"/>
                </a:solidFill>
                <a:latin typeface="Times New Roman"/>
                <a:ea typeface="Times New Roman"/>
                <a:cs typeface="Times New Roman"/>
                <a:sym typeface="Times New Roman"/>
              </a:rPr>
              <a:t>[INT-Dhruv][INT-Ullas]</a:t>
            </a:r>
          </a:p>
        </p:txBody>
      </p:sp>
      <p:sp>
        <p:nvSpPr>
          <p:cNvPr id="15" name="Freeform 15"/>
          <p:cNvSpPr/>
          <p:nvPr/>
        </p:nvSpPr>
        <p:spPr>
          <a:xfrm>
            <a:off x="11674071" y="5143500"/>
            <a:ext cx="4544984" cy="4629150"/>
          </a:xfrm>
          <a:custGeom>
            <a:avLst/>
            <a:gdLst/>
            <a:ahLst/>
            <a:cxnLst/>
            <a:rect l="l" t="t" r="r" b="b"/>
            <a:pathLst>
              <a:path w="4544984" h="4629150">
                <a:moveTo>
                  <a:pt x="0" y="0"/>
                </a:moveTo>
                <a:lnTo>
                  <a:pt x="4544984" y="0"/>
                </a:lnTo>
                <a:lnTo>
                  <a:pt x="4544984" y="4629150"/>
                </a:lnTo>
                <a:lnTo>
                  <a:pt x="0" y="46291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11675363" y="5796956"/>
            <a:ext cx="4039985" cy="1129073"/>
          </a:xfrm>
          <a:prstGeom prst="rect">
            <a:avLst/>
          </a:prstGeom>
        </p:spPr>
        <p:txBody>
          <a:bodyPr lIns="0" tIns="0" rIns="0" bIns="0" rtlCol="0" anchor="t">
            <a:spAutoFit/>
          </a:bodyPr>
          <a:lstStyle/>
          <a:p>
            <a:pPr algn="ctr">
              <a:lnSpc>
                <a:spcPts val="4442"/>
              </a:lnSpc>
              <a:spcBef>
                <a:spcPct val="0"/>
              </a:spcBef>
            </a:pPr>
            <a:r>
              <a:rPr lang="en-US" sz="3173" b="1">
                <a:solidFill>
                  <a:srgbClr val="000000"/>
                </a:solidFill>
                <a:latin typeface="Times New Roman Bold"/>
                <a:ea typeface="Times New Roman Bold"/>
                <a:cs typeface="Times New Roman Bold"/>
                <a:sym typeface="Times New Roman Bold"/>
              </a:rPr>
              <a:t> Consumer Pressure on Hive Health</a:t>
            </a:r>
          </a:p>
        </p:txBody>
      </p:sp>
      <p:sp>
        <p:nvSpPr>
          <p:cNvPr id="17" name="TextBox 17"/>
          <p:cNvSpPr txBox="1"/>
          <p:nvPr/>
        </p:nvSpPr>
        <p:spPr>
          <a:xfrm>
            <a:off x="11931667" y="7039058"/>
            <a:ext cx="3527378" cy="2418440"/>
          </a:xfrm>
          <a:prstGeom prst="rect">
            <a:avLst/>
          </a:prstGeom>
        </p:spPr>
        <p:txBody>
          <a:bodyPr lIns="0" tIns="0" rIns="0" bIns="0" rtlCol="0" anchor="t">
            <a:spAutoFit/>
          </a:bodyPr>
          <a:lstStyle/>
          <a:p>
            <a:pPr algn="ctr">
              <a:lnSpc>
                <a:spcPts val="2713"/>
              </a:lnSpc>
            </a:pPr>
            <a:r>
              <a:rPr lang="en-US" sz="2380" dirty="0">
                <a:solidFill>
                  <a:srgbClr val="000000"/>
                </a:solidFill>
                <a:latin typeface="Times New Roman"/>
                <a:ea typeface="Times New Roman"/>
                <a:cs typeface="Times New Roman"/>
                <a:sym typeface="Times New Roman"/>
              </a:rPr>
              <a:t>Consumers strongly </a:t>
            </a:r>
            <a:r>
              <a:rPr lang="en-US" sz="2380" dirty="0" err="1">
                <a:solidFill>
                  <a:srgbClr val="000000"/>
                </a:solidFill>
                <a:latin typeface="Times New Roman"/>
                <a:ea typeface="Times New Roman"/>
                <a:cs typeface="Times New Roman"/>
                <a:sym typeface="Times New Roman"/>
              </a:rPr>
              <a:t>prioritise</a:t>
            </a:r>
            <a:r>
              <a:rPr lang="en-US" sz="2380" dirty="0">
                <a:solidFill>
                  <a:srgbClr val="000000"/>
                </a:solidFill>
                <a:latin typeface="Times New Roman"/>
                <a:ea typeface="Times New Roman"/>
                <a:cs typeface="Times New Roman"/>
                <a:sym typeface="Times New Roman"/>
              </a:rPr>
              <a:t> purity, local source, and trust in honey  putting direct pressure on beekeepers to maintain healthy hives and honest practices.</a:t>
            </a:r>
          </a:p>
        </p:txBody>
      </p:sp>
      <p:sp>
        <p:nvSpPr>
          <p:cNvPr id="18" name="TextBox 18"/>
          <p:cNvSpPr txBox="1"/>
          <p:nvPr/>
        </p:nvSpPr>
        <p:spPr>
          <a:xfrm>
            <a:off x="11674071" y="9409874"/>
            <a:ext cx="3784974" cy="258894"/>
          </a:xfrm>
          <a:prstGeom prst="rect">
            <a:avLst/>
          </a:prstGeom>
        </p:spPr>
        <p:txBody>
          <a:bodyPr lIns="0" tIns="0" rIns="0" bIns="0" rtlCol="0" anchor="t">
            <a:spAutoFit/>
          </a:bodyPr>
          <a:lstStyle/>
          <a:p>
            <a:pPr algn="ctr">
              <a:lnSpc>
                <a:spcPts val="2005"/>
              </a:lnSpc>
              <a:spcBef>
                <a:spcPct val="0"/>
              </a:spcBef>
            </a:pPr>
            <a:r>
              <a:rPr lang="en-US" sz="1432">
                <a:solidFill>
                  <a:srgbClr val="000000"/>
                </a:solidFill>
                <a:latin typeface="Times New Roman"/>
                <a:ea typeface="Times New Roman"/>
                <a:cs typeface="Times New Roman"/>
                <a:sym typeface="Times New Roman"/>
              </a:rPr>
              <a:t>[SUR-Consumers]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106270"/>
            <a:ext cx="876584" cy="992602"/>
          </a:xfrm>
          <a:custGeom>
            <a:avLst/>
            <a:gdLst/>
            <a:ahLst/>
            <a:cxnLst/>
            <a:rect l="l" t="t" r="r" b="b"/>
            <a:pathLst>
              <a:path w="876584" h="992602">
                <a:moveTo>
                  <a:pt x="0" y="0"/>
                </a:moveTo>
                <a:lnTo>
                  <a:pt x="876584" y="0"/>
                </a:lnTo>
                <a:lnTo>
                  <a:pt x="876584" y="992602"/>
                </a:lnTo>
                <a:lnTo>
                  <a:pt x="0" y="992602"/>
                </a:lnTo>
                <a:lnTo>
                  <a:pt x="0" y="0"/>
                </a:lnTo>
                <a:close/>
              </a:path>
            </a:pathLst>
          </a:custGeom>
          <a:blipFill>
            <a:blip r:embed="rId2"/>
            <a:stretch>
              <a:fillRect/>
            </a:stretch>
          </a:blipFill>
        </p:spPr>
      </p:sp>
      <p:grpSp>
        <p:nvGrpSpPr>
          <p:cNvPr id="3" name="Group 3"/>
          <p:cNvGrpSpPr/>
          <p:nvPr/>
        </p:nvGrpSpPr>
        <p:grpSpPr>
          <a:xfrm>
            <a:off x="11564966" y="5429774"/>
            <a:ext cx="6025438" cy="4419748"/>
            <a:chOff x="0" y="0"/>
            <a:chExt cx="4198620" cy="3079750"/>
          </a:xfrm>
        </p:grpSpPr>
        <p:sp>
          <p:nvSpPr>
            <p:cNvPr id="4" name="Freeform 4"/>
            <p:cNvSpPr/>
            <p:nvPr/>
          </p:nvSpPr>
          <p:spPr>
            <a:xfrm>
              <a:off x="-5484" y="-27"/>
              <a:ext cx="4207914" cy="3081047"/>
            </a:xfrm>
            <a:custGeom>
              <a:avLst/>
              <a:gdLst/>
              <a:ahLst/>
              <a:cxnLst/>
              <a:rect l="l" t="t" r="r" b="b"/>
              <a:pathLst>
                <a:path w="4207914" h="3081047">
                  <a:moveTo>
                    <a:pt x="4188864" y="1508787"/>
                  </a:moveTo>
                  <a:cubicBezTo>
                    <a:pt x="4192674" y="1506247"/>
                    <a:pt x="4196484" y="1504977"/>
                    <a:pt x="4199024" y="1501167"/>
                  </a:cubicBezTo>
                  <a:cubicBezTo>
                    <a:pt x="4201564" y="1498627"/>
                    <a:pt x="4206644" y="1494817"/>
                    <a:pt x="4206644" y="1491007"/>
                  </a:cubicBezTo>
                  <a:cubicBezTo>
                    <a:pt x="4206644" y="1488467"/>
                    <a:pt x="4201564" y="1484657"/>
                    <a:pt x="4199024" y="1482117"/>
                  </a:cubicBezTo>
                  <a:lnTo>
                    <a:pt x="4187594" y="1470687"/>
                  </a:lnTo>
                  <a:cubicBezTo>
                    <a:pt x="4190134" y="1468147"/>
                    <a:pt x="4195214" y="1466877"/>
                    <a:pt x="4195214" y="1463067"/>
                  </a:cubicBezTo>
                  <a:cubicBezTo>
                    <a:pt x="4197754" y="1452907"/>
                    <a:pt x="4201564" y="1442747"/>
                    <a:pt x="4201564" y="1432587"/>
                  </a:cubicBezTo>
                  <a:cubicBezTo>
                    <a:pt x="4201564" y="1427507"/>
                    <a:pt x="4192674" y="1423697"/>
                    <a:pt x="4187594" y="1417347"/>
                  </a:cubicBezTo>
                  <a:cubicBezTo>
                    <a:pt x="4192674" y="1417347"/>
                    <a:pt x="4195214" y="1417347"/>
                    <a:pt x="4199024" y="1416077"/>
                  </a:cubicBezTo>
                  <a:lnTo>
                    <a:pt x="4199024" y="1412267"/>
                  </a:lnTo>
                  <a:lnTo>
                    <a:pt x="4187594" y="1412267"/>
                  </a:lnTo>
                  <a:cubicBezTo>
                    <a:pt x="4179974" y="1407187"/>
                    <a:pt x="4172354" y="1397027"/>
                    <a:pt x="4169814" y="1398297"/>
                  </a:cubicBezTo>
                  <a:cubicBezTo>
                    <a:pt x="4155844" y="1405917"/>
                    <a:pt x="4155844" y="1395757"/>
                    <a:pt x="4153304" y="1388137"/>
                  </a:cubicBezTo>
                  <a:cubicBezTo>
                    <a:pt x="4148224" y="1389407"/>
                    <a:pt x="4143144" y="1390677"/>
                    <a:pt x="4139334" y="1389407"/>
                  </a:cubicBezTo>
                  <a:cubicBezTo>
                    <a:pt x="4130444" y="1388137"/>
                    <a:pt x="4121554" y="1384327"/>
                    <a:pt x="4112664" y="1384327"/>
                  </a:cubicBezTo>
                  <a:cubicBezTo>
                    <a:pt x="4101234" y="1383057"/>
                    <a:pt x="4088534" y="1383057"/>
                    <a:pt x="4075834" y="1381787"/>
                  </a:cubicBezTo>
                  <a:cubicBezTo>
                    <a:pt x="4056784" y="1379247"/>
                    <a:pt x="4037734" y="1376707"/>
                    <a:pt x="4018684" y="1374167"/>
                  </a:cubicBezTo>
                  <a:cubicBezTo>
                    <a:pt x="4017414" y="1374167"/>
                    <a:pt x="4014874" y="1376707"/>
                    <a:pt x="4013604" y="1376707"/>
                  </a:cubicBezTo>
                  <a:cubicBezTo>
                    <a:pt x="4003444" y="1375437"/>
                    <a:pt x="3993284" y="1374167"/>
                    <a:pt x="3984394" y="1371627"/>
                  </a:cubicBezTo>
                  <a:cubicBezTo>
                    <a:pt x="3981854" y="1370357"/>
                    <a:pt x="3980584" y="1364007"/>
                    <a:pt x="3980584" y="1361467"/>
                  </a:cubicBezTo>
                  <a:cubicBezTo>
                    <a:pt x="3994554" y="1351307"/>
                    <a:pt x="4008524" y="1341147"/>
                    <a:pt x="4017414" y="1334797"/>
                  </a:cubicBezTo>
                  <a:cubicBezTo>
                    <a:pt x="4027574" y="1333527"/>
                    <a:pt x="4033924" y="1332257"/>
                    <a:pt x="4042814" y="1332257"/>
                  </a:cubicBezTo>
                  <a:cubicBezTo>
                    <a:pt x="4035194" y="1322097"/>
                    <a:pt x="4030114" y="1317017"/>
                    <a:pt x="4023764" y="1309397"/>
                  </a:cubicBezTo>
                  <a:cubicBezTo>
                    <a:pt x="4019954" y="1310667"/>
                    <a:pt x="4016144" y="1311937"/>
                    <a:pt x="4009794" y="1314477"/>
                  </a:cubicBezTo>
                  <a:cubicBezTo>
                    <a:pt x="4009794" y="1308127"/>
                    <a:pt x="4009794" y="1301777"/>
                    <a:pt x="4011064" y="1301777"/>
                  </a:cubicBezTo>
                  <a:cubicBezTo>
                    <a:pt x="4016144" y="1300507"/>
                    <a:pt x="4023764" y="1299237"/>
                    <a:pt x="4027574" y="1301777"/>
                  </a:cubicBezTo>
                  <a:cubicBezTo>
                    <a:pt x="4032654" y="1305587"/>
                    <a:pt x="4035194" y="1311937"/>
                    <a:pt x="4040274" y="1319557"/>
                  </a:cubicBezTo>
                  <a:cubicBezTo>
                    <a:pt x="4042814" y="1319557"/>
                    <a:pt x="4047894" y="1320827"/>
                    <a:pt x="4052974" y="1320827"/>
                  </a:cubicBezTo>
                  <a:cubicBezTo>
                    <a:pt x="4051704" y="1304317"/>
                    <a:pt x="4051704" y="1304317"/>
                    <a:pt x="4037734" y="1280187"/>
                  </a:cubicBezTo>
                  <a:cubicBezTo>
                    <a:pt x="4055514" y="1280187"/>
                    <a:pt x="4060594" y="1275107"/>
                    <a:pt x="4056784" y="1257327"/>
                  </a:cubicBezTo>
                  <a:cubicBezTo>
                    <a:pt x="4068214" y="1256057"/>
                    <a:pt x="4080914" y="1254787"/>
                    <a:pt x="4092344" y="1254787"/>
                  </a:cubicBezTo>
                  <a:cubicBezTo>
                    <a:pt x="4091074" y="1252247"/>
                    <a:pt x="4088534" y="1247167"/>
                    <a:pt x="4087264" y="1243357"/>
                  </a:cubicBezTo>
                  <a:cubicBezTo>
                    <a:pt x="4092344" y="1244627"/>
                    <a:pt x="4096154" y="1245897"/>
                    <a:pt x="4098694" y="1247167"/>
                  </a:cubicBezTo>
                  <a:cubicBezTo>
                    <a:pt x="4099964" y="1240817"/>
                    <a:pt x="4099964" y="1234467"/>
                    <a:pt x="4101234" y="1229387"/>
                  </a:cubicBezTo>
                  <a:cubicBezTo>
                    <a:pt x="4102504" y="1223037"/>
                    <a:pt x="4103774" y="1215417"/>
                    <a:pt x="4105044" y="1209067"/>
                  </a:cubicBezTo>
                  <a:cubicBezTo>
                    <a:pt x="4105044" y="1206527"/>
                    <a:pt x="4103774" y="1202717"/>
                    <a:pt x="4105044" y="1198907"/>
                  </a:cubicBezTo>
                  <a:cubicBezTo>
                    <a:pt x="4108854" y="1188747"/>
                    <a:pt x="4110124" y="1173507"/>
                    <a:pt x="4106314" y="1165887"/>
                  </a:cubicBezTo>
                  <a:cubicBezTo>
                    <a:pt x="4108854" y="1163347"/>
                    <a:pt x="4110124" y="1159537"/>
                    <a:pt x="4110124" y="1156997"/>
                  </a:cubicBezTo>
                  <a:cubicBezTo>
                    <a:pt x="4110124" y="1146837"/>
                    <a:pt x="4110124" y="1135407"/>
                    <a:pt x="4108854" y="1125247"/>
                  </a:cubicBezTo>
                  <a:cubicBezTo>
                    <a:pt x="4107584" y="1115087"/>
                    <a:pt x="4106314" y="1106197"/>
                    <a:pt x="4105044" y="1096037"/>
                  </a:cubicBezTo>
                  <a:cubicBezTo>
                    <a:pt x="4103774" y="1093497"/>
                    <a:pt x="4103774" y="1090957"/>
                    <a:pt x="4105044" y="1087147"/>
                  </a:cubicBezTo>
                  <a:cubicBezTo>
                    <a:pt x="4108854" y="1076987"/>
                    <a:pt x="4111394" y="1066827"/>
                    <a:pt x="4103774" y="1056667"/>
                  </a:cubicBezTo>
                  <a:cubicBezTo>
                    <a:pt x="4101234" y="1054127"/>
                    <a:pt x="4102504" y="1047777"/>
                    <a:pt x="4103774" y="1043967"/>
                  </a:cubicBezTo>
                  <a:cubicBezTo>
                    <a:pt x="4107584" y="1029997"/>
                    <a:pt x="4099964" y="1018567"/>
                    <a:pt x="4085994" y="1016027"/>
                  </a:cubicBezTo>
                  <a:lnTo>
                    <a:pt x="4080914" y="1016027"/>
                  </a:lnTo>
                  <a:cubicBezTo>
                    <a:pt x="4082184" y="1012217"/>
                    <a:pt x="4083454" y="1010947"/>
                    <a:pt x="4084724" y="1008407"/>
                  </a:cubicBezTo>
                  <a:cubicBezTo>
                    <a:pt x="4080914" y="1007137"/>
                    <a:pt x="4077104" y="1007137"/>
                    <a:pt x="4074564" y="1004597"/>
                  </a:cubicBezTo>
                  <a:cubicBezTo>
                    <a:pt x="4072024" y="1003327"/>
                    <a:pt x="4070754" y="999517"/>
                    <a:pt x="4068214" y="998247"/>
                  </a:cubicBezTo>
                  <a:cubicBezTo>
                    <a:pt x="4058054" y="993167"/>
                    <a:pt x="4046624" y="988087"/>
                    <a:pt x="4035194" y="983007"/>
                  </a:cubicBezTo>
                  <a:cubicBezTo>
                    <a:pt x="4031384" y="981737"/>
                    <a:pt x="4026304" y="981737"/>
                    <a:pt x="4022494" y="981737"/>
                  </a:cubicBezTo>
                  <a:cubicBezTo>
                    <a:pt x="4019954" y="983007"/>
                    <a:pt x="4018684" y="977927"/>
                    <a:pt x="4016144" y="977927"/>
                  </a:cubicBezTo>
                  <a:cubicBezTo>
                    <a:pt x="3998364" y="974117"/>
                    <a:pt x="3980584" y="971577"/>
                    <a:pt x="3962804" y="966497"/>
                  </a:cubicBezTo>
                  <a:cubicBezTo>
                    <a:pt x="3948834" y="961417"/>
                    <a:pt x="3932324" y="971577"/>
                    <a:pt x="3918354" y="961417"/>
                  </a:cubicBezTo>
                  <a:cubicBezTo>
                    <a:pt x="3917084" y="960147"/>
                    <a:pt x="3914544" y="962687"/>
                    <a:pt x="3913274" y="962687"/>
                  </a:cubicBezTo>
                  <a:cubicBezTo>
                    <a:pt x="3901844" y="960147"/>
                    <a:pt x="3891684" y="966497"/>
                    <a:pt x="3880254" y="962687"/>
                  </a:cubicBezTo>
                  <a:cubicBezTo>
                    <a:pt x="3868824" y="958877"/>
                    <a:pt x="3856124" y="957607"/>
                    <a:pt x="3851044" y="946177"/>
                  </a:cubicBezTo>
                  <a:cubicBezTo>
                    <a:pt x="3845964" y="934747"/>
                    <a:pt x="3842154" y="923317"/>
                    <a:pt x="3842154" y="911887"/>
                  </a:cubicBezTo>
                  <a:cubicBezTo>
                    <a:pt x="3843424" y="897917"/>
                    <a:pt x="3849774" y="882677"/>
                    <a:pt x="3825644" y="885217"/>
                  </a:cubicBezTo>
                  <a:cubicBezTo>
                    <a:pt x="3826914" y="882677"/>
                    <a:pt x="3826914" y="880137"/>
                    <a:pt x="3828184" y="878867"/>
                  </a:cubicBezTo>
                  <a:cubicBezTo>
                    <a:pt x="3754524" y="871247"/>
                    <a:pt x="3680864" y="864897"/>
                    <a:pt x="3608474" y="857277"/>
                  </a:cubicBezTo>
                  <a:cubicBezTo>
                    <a:pt x="3605934" y="848387"/>
                    <a:pt x="3603394" y="838227"/>
                    <a:pt x="3600854" y="824257"/>
                  </a:cubicBezTo>
                  <a:cubicBezTo>
                    <a:pt x="3614824" y="839497"/>
                    <a:pt x="3627524" y="848387"/>
                    <a:pt x="3645304" y="847117"/>
                  </a:cubicBezTo>
                  <a:cubicBezTo>
                    <a:pt x="3646574" y="836957"/>
                    <a:pt x="3645304" y="829337"/>
                    <a:pt x="3635144" y="822987"/>
                  </a:cubicBezTo>
                  <a:cubicBezTo>
                    <a:pt x="3633874" y="821717"/>
                    <a:pt x="3632604" y="816637"/>
                    <a:pt x="3633874" y="814097"/>
                  </a:cubicBezTo>
                  <a:cubicBezTo>
                    <a:pt x="3638954" y="801397"/>
                    <a:pt x="3644034" y="789967"/>
                    <a:pt x="3647844" y="778537"/>
                  </a:cubicBezTo>
                  <a:cubicBezTo>
                    <a:pt x="3652924" y="782347"/>
                    <a:pt x="3656734" y="784887"/>
                    <a:pt x="3661814" y="787427"/>
                  </a:cubicBezTo>
                  <a:lnTo>
                    <a:pt x="3664354" y="784887"/>
                  </a:lnTo>
                  <a:lnTo>
                    <a:pt x="3649114" y="762027"/>
                  </a:lnTo>
                  <a:cubicBezTo>
                    <a:pt x="3659274" y="764567"/>
                    <a:pt x="3668164" y="765837"/>
                    <a:pt x="3679594" y="768377"/>
                  </a:cubicBezTo>
                  <a:cubicBezTo>
                    <a:pt x="3675784" y="760757"/>
                    <a:pt x="3671974" y="755677"/>
                    <a:pt x="3671974" y="755677"/>
                  </a:cubicBezTo>
                  <a:cubicBezTo>
                    <a:pt x="3678324" y="750597"/>
                    <a:pt x="3684674" y="745517"/>
                    <a:pt x="3693564" y="739167"/>
                  </a:cubicBezTo>
                  <a:cubicBezTo>
                    <a:pt x="3693564" y="737897"/>
                    <a:pt x="3694834" y="730277"/>
                    <a:pt x="3698644" y="729007"/>
                  </a:cubicBezTo>
                  <a:cubicBezTo>
                    <a:pt x="3706264" y="725197"/>
                    <a:pt x="3708804" y="731547"/>
                    <a:pt x="3711344" y="737897"/>
                  </a:cubicBezTo>
                  <a:cubicBezTo>
                    <a:pt x="3712614" y="741707"/>
                    <a:pt x="3720234" y="742977"/>
                    <a:pt x="3725314" y="744247"/>
                  </a:cubicBezTo>
                  <a:cubicBezTo>
                    <a:pt x="3730394" y="745517"/>
                    <a:pt x="3736744" y="745517"/>
                    <a:pt x="3743094" y="744247"/>
                  </a:cubicBezTo>
                  <a:cubicBezTo>
                    <a:pt x="3753254" y="744247"/>
                    <a:pt x="3763414" y="742977"/>
                    <a:pt x="3777384" y="741707"/>
                  </a:cubicBezTo>
                  <a:cubicBezTo>
                    <a:pt x="3767224" y="739167"/>
                    <a:pt x="3759604" y="736627"/>
                    <a:pt x="3753254" y="735357"/>
                  </a:cubicBezTo>
                  <a:cubicBezTo>
                    <a:pt x="3753254" y="734087"/>
                    <a:pt x="3753254" y="732817"/>
                    <a:pt x="3751984" y="731547"/>
                  </a:cubicBezTo>
                  <a:cubicBezTo>
                    <a:pt x="3762144" y="729007"/>
                    <a:pt x="3772304" y="726467"/>
                    <a:pt x="3781194" y="723927"/>
                  </a:cubicBezTo>
                  <a:cubicBezTo>
                    <a:pt x="3791354" y="726467"/>
                    <a:pt x="3800244" y="730277"/>
                    <a:pt x="3807864" y="732817"/>
                  </a:cubicBezTo>
                  <a:cubicBezTo>
                    <a:pt x="3810404" y="755677"/>
                    <a:pt x="3825644" y="736627"/>
                    <a:pt x="3834534" y="739167"/>
                  </a:cubicBezTo>
                  <a:cubicBezTo>
                    <a:pt x="3831994" y="734087"/>
                    <a:pt x="3828184" y="729007"/>
                    <a:pt x="3824374" y="722657"/>
                  </a:cubicBezTo>
                  <a:cubicBezTo>
                    <a:pt x="3840884" y="725197"/>
                    <a:pt x="3857394" y="725197"/>
                    <a:pt x="3868824" y="737897"/>
                  </a:cubicBezTo>
                  <a:cubicBezTo>
                    <a:pt x="3870094" y="739167"/>
                    <a:pt x="3875174" y="737897"/>
                    <a:pt x="3877714" y="736627"/>
                  </a:cubicBezTo>
                  <a:cubicBezTo>
                    <a:pt x="3881524" y="737897"/>
                    <a:pt x="3887874" y="740437"/>
                    <a:pt x="3890414" y="739167"/>
                  </a:cubicBezTo>
                  <a:cubicBezTo>
                    <a:pt x="3894224" y="735357"/>
                    <a:pt x="3894224" y="729007"/>
                    <a:pt x="3898034" y="721387"/>
                  </a:cubicBezTo>
                  <a:cubicBezTo>
                    <a:pt x="3906924" y="736627"/>
                    <a:pt x="3915814" y="727737"/>
                    <a:pt x="3924704" y="721387"/>
                  </a:cubicBezTo>
                  <a:cubicBezTo>
                    <a:pt x="3923434" y="725197"/>
                    <a:pt x="3923434" y="727737"/>
                    <a:pt x="3923434" y="727737"/>
                  </a:cubicBezTo>
                  <a:cubicBezTo>
                    <a:pt x="3931054" y="731547"/>
                    <a:pt x="3937404" y="734087"/>
                    <a:pt x="3946294" y="737897"/>
                  </a:cubicBezTo>
                  <a:cubicBezTo>
                    <a:pt x="3952644" y="735357"/>
                    <a:pt x="3960264" y="726467"/>
                    <a:pt x="3971694" y="735357"/>
                  </a:cubicBezTo>
                  <a:cubicBezTo>
                    <a:pt x="3972964" y="736627"/>
                    <a:pt x="3978044" y="734087"/>
                    <a:pt x="3981854" y="734087"/>
                  </a:cubicBezTo>
                  <a:cubicBezTo>
                    <a:pt x="3985664" y="732817"/>
                    <a:pt x="3988204" y="732817"/>
                    <a:pt x="3989474" y="731547"/>
                  </a:cubicBezTo>
                  <a:cubicBezTo>
                    <a:pt x="3992014" y="722657"/>
                    <a:pt x="3993284" y="715037"/>
                    <a:pt x="3997094" y="707417"/>
                  </a:cubicBezTo>
                  <a:cubicBezTo>
                    <a:pt x="4000904" y="699797"/>
                    <a:pt x="3999634" y="692177"/>
                    <a:pt x="3992014" y="689637"/>
                  </a:cubicBezTo>
                  <a:cubicBezTo>
                    <a:pt x="3989474" y="688367"/>
                    <a:pt x="3986934" y="688367"/>
                    <a:pt x="3985664" y="687097"/>
                  </a:cubicBezTo>
                  <a:cubicBezTo>
                    <a:pt x="3997094" y="675667"/>
                    <a:pt x="4007254" y="668047"/>
                    <a:pt x="4023764" y="673127"/>
                  </a:cubicBezTo>
                  <a:cubicBezTo>
                    <a:pt x="4027574" y="674397"/>
                    <a:pt x="4032654" y="669317"/>
                    <a:pt x="4039004" y="665507"/>
                  </a:cubicBezTo>
                  <a:cubicBezTo>
                    <a:pt x="4035194" y="661697"/>
                    <a:pt x="4032654" y="660427"/>
                    <a:pt x="4030114" y="659157"/>
                  </a:cubicBezTo>
                  <a:cubicBezTo>
                    <a:pt x="4040274" y="637567"/>
                    <a:pt x="4056784" y="651537"/>
                    <a:pt x="4072024" y="651537"/>
                  </a:cubicBezTo>
                  <a:cubicBezTo>
                    <a:pt x="4066944" y="647727"/>
                    <a:pt x="4064404" y="643917"/>
                    <a:pt x="4061864" y="642647"/>
                  </a:cubicBezTo>
                  <a:cubicBezTo>
                    <a:pt x="4069484" y="638837"/>
                    <a:pt x="4077104" y="636297"/>
                    <a:pt x="4083454" y="632487"/>
                  </a:cubicBezTo>
                  <a:cubicBezTo>
                    <a:pt x="4084724" y="627407"/>
                    <a:pt x="4083454" y="622327"/>
                    <a:pt x="4084724" y="619787"/>
                  </a:cubicBezTo>
                  <a:cubicBezTo>
                    <a:pt x="4091074" y="609627"/>
                    <a:pt x="4087264" y="602007"/>
                    <a:pt x="4077104" y="596927"/>
                  </a:cubicBezTo>
                  <a:cubicBezTo>
                    <a:pt x="4073294" y="594387"/>
                    <a:pt x="4069484" y="589307"/>
                    <a:pt x="4066944" y="585497"/>
                  </a:cubicBezTo>
                  <a:cubicBezTo>
                    <a:pt x="4070754" y="585497"/>
                    <a:pt x="4075834" y="584227"/>
                    <a:pt x="4080914" y="584227"/>
                  </a:cubicBezTo>
                  <a:lnTo>
                    <a:pt x="4080914" y="568987"/>
                  </a:lnTo>
                  <a:cubicBezTo>
                    <a:pt x="4083454" y="568987"/>
                    <a:pt x="4085994" y="568987"/>
                    <a:pt x="4088534" y="570257"/>
                  </a:cubicBezTo>
                  <a:cubicBezTo>
                    <a:pt x="4089804" y="555017"/>
                    <a:pt x="4091074" y="539777"/>
                    <a:pt x="4093614" y="523267"/>
                  </a:cubicBezTo>
                  <a:cubicBezTo>
                    <a:pt x="4079644" y="515647"/>
                    <a:pt x="4087264" y="506757"/>
                    <a:pt x="4094884" y="495327"/>
                  </a:cubicBezTo>
                  <a:cubicBezTo>
                    <a:pt x="4094884" y="495327"/>
                    <a:pt x="4092344" y="494057"/>
                    <a:pt x="4089804" y="494057"/>
                  </a:cubicBezTo>
                  <a:cubicBezTo>
                    <a:pt x="4091074" y="488977"/>
                    <a:pt x="4093614" y="483897"/>
                    <a:pt x="4094884" y="478817"/>
                  </a:cubicBezTo>
                  <a:cubicBezTo>
                    <a:pt x="4097424" y="468657"/>
                    <a:pt x="4093614" y="467387"/>
                    <a:pt x="4082184" y="472467"/>
                  </a:cubicBezTo>
                  <a:cubicBezTo>
                    <a:pt x="4080914" y="469927"/>
                    <a:pt x="4079644" y="466117"/>
                    <a:pt x="4077104" y="463577"/>
                  </a:cubicBezTo>
                  <a:cubicBezTo>
                    <a:pt x="4075834" y="464847"/>
                    <a:pt x="4075834" y="466117"/>
                    <a:pt x="4074564" y="467387"/>
                  </a:cubicBezTo>
                  <a:cubicBezTo>
                    <a:pt x="4069484" y="466117"/>
                    <a:pt x="4065674" y="463577"/>
                    <a:pt x="4060594" y="462307"/>
                  </a:cubicBezTo>
                  <a:cubicBezTo>
                    <a:pt x="4035194" y="452147"/>
                    <a:pt x="4008524" y="454687"/>
                    <a:pt x="3983124" y="453417"/>
                  </a:cubicBezTo>
                  <a:cubicBezTo>
                    <a:pt x="3979314" y="453417"/>
                    <a:pt x="3974234" y="457227"/>
                    <a:pt x="3970424" y="457227"/>
                  </a:cubicBezTo>
                  <a:cubicBezTo>
                    <a:pt x="3955184" y="455957"/>
                    <a:pt x="3941214" y="450877"/>
                    <a:pt x="3927244" y="449607"/>
                  </a:cubicBezTo>
                  <a:cubicBezTo>
                    <a:pt x="3908194" y="448337"/>
                    <a:pt x="3889144" y="448337"/>
                    <a:pt x="3870094" y="448337"/>
                  </a:cubicBezTo>
                  <a:cubicBezTo>
                    <a:pt x="3856124" y="448337"/>
                    <a:pt x="3853584" y="440717"/>
                    <a:pt x="3854854" y="430557"/>
                  </a:cubicBezTo>
                  <a:cubicBezTo>
                    <a:pt x="3859934" y="426747"/>
                    <a:pt x="3865014" y="419127"/>
                    <a:pt x="3865014" y="417857"/>
                  </a:cubicBezTo>
                  <a:cubicBezTo>
                    <a:pt x="3848504" y="405157"/>
                    <a:pt x="3863744" y="396267"/>
                    <a:pt x="3867554" y="386107"/>
                  </a:cubicBezTo>
                  <a:cubicBezTo>
                    <a:pt x="3866284" y="360707"/>
                    <a:pt x="3865014" y="335307"/>
                    <a:pt x="3863744" y="308637"/>
                  </a:cubicBezTo>
                  <a:cubicBezTo>
                    <a:pt x="3866284" y="307367"/>
                    <a:pt x="3871364" y="306097"/>
                    <a:pt x="3875174" y="304827"/>
                  </a:cubicBezTo>
                  <a:cubicBezTo>
                    <a:pt x="3873904" y="301017"/>
                    <a:pt x="3871364" y="297207"/>
                    <a:pt x="3871364" y="293397"/>
                  </a:cubicBezTo>
                  <a:cubicBezTo>
                    <a:pt x="3875174" y="278157"/>
                    <a:pt x="3876444" y="262917"/>
                    <a:pt x="3859934" y="251487"/>
                  </a:cubicBezTo>
                  <a:cubicBezTo>
                    <a:pt x="3867554" y="246407"/>
                    <a:pt x="3873904" y="242597"/>
                    <a:pt x="3881524" y="237517"/>
                  </a:cubicBezTo>
                  <a:cubicBezTo>
                    <a:pt x="3880254" y="236247"/>
                    <a:pt x="3878984" y="233707"/>
                    <a:pt x="3878984" y="232437"/>
                  </a:cubicBezTo>
                  <a:cubicBezTo>
                    <a:pt x="3878984" y="231167"/>
                    <a:pt x="3877714" y="231167"/>
                    <a:pt x="3876444" y="231167"/>
                  </a:cubicBezTo>
                  <a:cubicBezTo>
                    <a:pt x="3863744" y="231167"/>
                    <a:pt x="3858664" y="228627"/>
                    <a:pt x="3857394" y="215927"/>
                  </a:cubicBezTo>
                  <a:cubicBezTo>
                    <a:pt x="3857394" y="213387"/>
                    <a:pt x="3857394" y="209577"/>
                    <a:pt x="3859934" y="207037"/>
                  </a:cubicBezTo>
                  <a:cubicBezTo>
                    <a:pt x="3865014" y="203227"/>
                    <a:pt x="3870094" y="199417"/>
                    <a:pt x="3876444" y="196877"/>
                  </a:cubicBezTo>
                  <a:cubicBezTo>
                    <a:pt x="3878984" y="195607"/>
                    <a:pt x="3884064" y="196877"/>
                    <a:pt x="3886604" y="198147"/>
                  </a:cubicBezTo>
                  <a:cubicBezTo>
                    <a:pt x="3900574" y="205767"/>
                    <a:pt x="3901844" y="205767"/>
                    <a:pt x="3904384" y="189257"/>
                  </a:cubicBezTo>
                  <a:cubicBezTo>
                    <a:pt x="3906924" y="190527"/>
                    <a:pt x="3909464" y="191797"/>
                    <a:pt x="3913274" y="193067"/>
                  </a:cubicBezTo>
                  <a:cubicBezTo>
                    <a:pt x="3912004" y="187987"/>
                    <a:pt x="3912004" y="184177"/>
                    <a:pt x="3909464" y="180367"/>
                  </a:cubicBezTo>
                  <a:cubicBezTo>
                    <a:pt x="3909464" y="179097"/>
                    <a:pt x="3906924" y="177827"/>
                    <a:pt x="3904384" y="176557"/>
                  </a:cubicBezTo>
                  <a:cubicBezTo>
                    <a:pt x="3906924" y="175287"/>
                    <a:pt x="3909464" y="172747"/>
                    <a:pt x="3912004" y="174017"/>
                  </a:cubicBezTo>
                  <a:cubicBezTo>
                    <a:pt x="3924704" y="177827"/>
                    <a:pt x="3932324" y="168937"/>
                    <a:pt x="3941214" y="163857"/>
                  </a:cubicBezTo>
                  <a:cubicBezTo>
                    <a:pt x="3933594" y="153697"/>
                    <a:pt x="3925974" y="144807"/>
                    <a:pt x="3919624" y="134647"/>
                  </a:cubicBezTo>
                  <a:cubicBezTo>
                    <a:pt x="3929784" y="129567"/>
                    <a:pt x="3937404" y="127027"/>
                    <a:pt x="3945024" y="123217"/>
                  </a:cubicBezTo>
                  <a:cubicBezTo>
                    <a:pt x="3928514" y="95277"/>
                    <a:pt x="3928514" y="95277"/>
                    <a:pt x="3939944" y="83847"/>
                  </a:cubicBezTo>
                  <a:cubicBezTo>
                    <a:pt x="3939944" y="82577"/>
                    <a:pt x="3938674" y="81307"/>
                    <a:pt x="3938674" y="80037"/>
                  </a:cubicBezTo>
                  <a:cubicBezTo>
                    <a:pt x="3934864" y="81307"/>
                    <a:pt x="3929784" y="82577"/>
                    <a:pt x="3925974" y="85117"/>
                  </a:cubicBezTo>
                  <a:lnTo>
                    <a:pt x="3924704" y="83847"/>
                  </a:lnTo>
                  <a:cubicBezTo>
                    <a:pt x="3929784" y="78767"/>
                    <a:pt x="3934864" y="74957"/>
                    <a:pt x="3939944" y="69877"/>
                  </a:cubicBezTo>
                  <a:cubicBezTo>
                    <a:pt x="3939944" y="66067"/>
                    <a:pt x="3942484" y="57177"/>
                    <a:pt x="3939944" y="54637"/>
                  </a:cubicBezTo>
                  <a:cubicBezTo>
                    <a:pt x="3929784" y="45747"/>
                    <a:pt x="3941214" y="36857"/>
                    <a:pt x="3938674" y="27967"/>
                  </a:cubicBezTo>
                  <a:cubicBezTo>
                    <a:pt x="3937404" y="25427"/>
                    <a:pt x="3938674" y="19077"/>
                    <a:pt x="3937404" y="19077"/>
                  </a:cubicBezTo>
                  <a:cubicBezTo>
                    <a:pt x="3929784" y="15267"/>
                    <a:pt x="3920894" y="8917"/>
                    <a:pt x="3912004" y="8917"/>
                  </a:cubicBezTo>
                  <a:cubicBezTo>
                    <a:pt x="3891684" y="7647"/>
                    <a:pt x="3871364" y="10187"/>
                    <a:pt x="3851044" y="10187"/>
                  </a:cubicBezTo>
                  <a:lnTo>
                    <a:pt x="3786274" y="10187"/>
                  </a:lnTo>
                  <a:cubicBezTo>
                    <a:pt x="3771034" y="10187"/>
                    <a:pt x="3758334" y="6377"/>
                    <a:pt x="3743094" y="2567"/>
                  </a:cubicBezTo>
                  <a:cubicBezTo>
                    <a:pt x="3725314" y="-2513"/>
                    <a:pt x="3706264" y="1297"/>
                    <a:pt x="3687214" y="2567"/>
                  </a:cubicBezTo>
                  <a:cubicBezTo>
                    <a:pt x="3646574" y="3837"/>
                    <a:pt x="3605934" y="3837"/>
                    <a:pt x="3565294" y="5107"/>
                  </a:cubicBezTo>
                  <a:cubicBezTo>
                    <a:pt x="3546244" y="5107"/>
                    <a:pt x="3525924" y="7647"/>
                    <a:pt x="3506874" y="8917"/>
                  </a:cubicBezTo>
                  <a:cubicBezTo>
                    <a:pt x="3482744" y="10187"/>
                    <a:pt x="3458614" y="8917"/>
                    <a:pt x="3434484" y="10187"/>
                  </a:cubicBezTo>
                  <a:cubicBezTo>
                    <a:pt x="3409084" y="11457"/>
                    <a:pt x="3383684" y="13997"/>
                    <a:pt x="3358284" y="15267"/>
                  </a:cubicBezTo>
                  <a:cubicBezTo>
                    <a:pt x="3327804" y="16537"/>
                    <a:pt x="3297324" y="16537"/>
                    <a:pt x="3266844" y="17807"/>
                  </a:cubicBezTo>
                  <a:lnTo>
                    <a:pt x="3171594" y="21617"/>
                  </a:lnTo>
                  <a:cubicBezTo>
                    <a:pt x="3142384" y="22887"/>
                    <a:pt x="3114444" y="22887"/>
                    <a:pt x="3085234" y="22887"/>
                  </a:cubicBezTo>
                  <a:cubicBezTo>
                    <a:pt x="3063644" y="22887"/>
                    <a:pt x="3040784" y="24157"/>
                    <a:pt x="3019194" y="25427"/>
                  </a:cubicBezTo>
                  <a:lnTo>
                    <a:pt x="2954424" y="29237"/>
                  </a:lnTo>
                  <a:cubicBezTo>
                    <a:pt x="2939184" y="30507"/>
                    <a:pt x="2923944" y="30507"/>
                    <a:pt x="2907434" y="31777"/>
                  </a:cubicBezTo>
                  <a:cubicBezTo>
                    <a:pt x="2882034" y="33047"/>
                    <a:pt x="2856634" y="33047"/>
                    <a:pt x="2831234" y="34317"/>
                  </a:cubicBezTo>
                  <a:cubicBezTo>
                    <a:pt x="2802024" y="35587"/>
                    <a:pt x="2774084" y="38127"/>
                    <a:pt x="2746144" y="39397"/>
                  </a:cubicBezTo>
                  <a:cubicBezTo>
                    <a:pt x="2716934" y="41937"/>
                    <a:pt x="2688994" y="44477"/>
                    <a:pt x="2659784" y="47017"/>
                  </a:cubicBezTo>
                  <a:cubicBezTo>
                    <a:pt x="2648354" y="48287"/>
                    <a:pt x="2636924" y="48287"/>
                    <a:pt x="2624224" y="49557"/>
                  </a:cubicBezTo>
                  <a:lnTo>
                    <a:pt x="2587394" y="49557"/>
                  </a:lnTo>
                  <a:cubicBezTo>
                    <a:pt x="2545484" y="52097"/>
                    <a:pt x="2504844" y="55907"/>
                    <a:pt x="2462934" y="58447"/>
                  </a:cubicBezTo>
                  <a:cubicBezTo>
                    <a:pt x="2437534" y="59717"/>
                    <a:pt x="2410864" y="60987"/>
                    <a:pt x="2385464" y="63527"/>
                  </a:cubicBezTo>
                  <a:cubicBezTo>
                    <a:pt x="2370224" y="64797"/>
                    <a:pt x="2353714" y="67337"/>
                    <a:pt x="2338474" y="68607"/>
                  </a:cubicBezTo>
                  <a:lnTo>
                    <a:pt x="2235604" y="76227"/>
                  </a:lnTo>
                  <a:cubicBezTo>
                    <a:pt x="2214014" y="77497"/>
                    <a:pt x="2193694" y="82577"/>
                    <a:pt x="2173374" y="83847"/>
                  </a:cubicBezTo>
                  <a:cubicBezTo>
                    <a:pt x="2141624" y="86387"/>
                    <a:pt x="2108604" y="87657"/>
                    <a:pt x="2076854" y="90197"/>
                  </a:cubicBezTo>
                  <a:cubicBezTo>
                    <a:pt x="2069234" y="90197"/>
                    <a:pt x="2060344" y="91467"/>
                    <a:pt x="2052724" y="91467"/>
                  </a:cubicBezTo>
                  <a:cubicBezTo>
                    <a:pt x="2024784" y="94007"/>
                    <a:pt x="1998114" y="96547"/>
                    <a:pt x="1970174" y="99087"/>
                  </a:cubicBezTo>
                  <a:cubicBezTo>
                    <a:pt x="1954934" y="100357"/>
                    <a:pt x="1938424" y="102897"/>
                    <a:pt x="1923184" y="104167"/>
                  </a:cubicBezTo>
                  <a:cubicBezTo>
                    <a:pt x="1904134" y="105437"/>
                    <a:pt x="1885084" y="106707"/>
                    <a:pt x="1867304" y="107977"/>
                  </a:cubicBezTo>
                  <a:cubicBezTo>
                    <a:pt x="1831744" y="111787"/>
                    <a:pt x="1794914" y="115597"/>
                    <a:pt x="1759354" y="119407"/>
                  </a:cubicBezTo>
                  <a:cubicBezTo>
                    <a:pt x="1753004" y="120677"/>
                    <a:pt x="1747924" y="124487"/>
                    <a:pt x="1741574" y="124487"/>
                  </a:cubicBezTo>
                  <a:cubicBezTo>
                    <a:pt x="1712364" y="127027"/>
                    <a:pt x="1683154" y="127027"/>
                    <a:pt x="1655214" y="130837"/>
                  </a:cubicBezTo>
                  <a:cubicBezTo>
                    <a:pt x="1639974" y="133377"/>
                    <a:pt x="1623464" y="127027"/>
                    <a:pt x="1609494" y="139727"/>
                  </a:cubicBezTo>
                  <a:cubicBezTo>
                    <a:pt x="1604414" y="143537"/>
                    <a:pt x="1590444" y="137187"/>
                    <a:pt x="1581554" y="138457"/>
                  </a:cubicBezTo>
                  <a:cubicBezTo>
                    <a:pt x="1545994" y="142267"/>
                    <a:pt x="1510434" y="147347"/>
                    <a:pt x="1476144" y="151157"/>
                  </a:cubicBezTo>
                  <a:cubicBezTo>
                    <a:pt x="1448204" y="154967"/>
                    <a:pt x="1421534" y="157507"/>
                    <a:pt x="1393594" y="161317"/>
                  </a:cubicBezTo>
                  <a:cubicBezTo>
                    <a:pt x="1383434" y="162587"/>
                    <a:pt x="1373274" y="166397"/>
                    <a:pt x="1364384" y="167667"/>
                  </a:cubicBezTo>
                  <a:cubicBezTo>
                    <a:pt x="1338984" y="170207"/>
                    <a:pt x="1313584" y="172747"/>
                    <a:pt x="1289454" y="175287"/>
                  </a:cubicBezTo>
                  <a:cubicBezTo>
                    <a:pt x="1289454" y="180367"/>
                    <a:pt x="1289454" y="182907"/>
                    <a:pt x="1288184" y="185447"/>
                  </a:cubicBezTo>
                  <a:cubicBezTo>
                    <a:pt x="1285644" y="182907"/>
                    <a:pt x="1283104" y="179097"/>
                    <a:pt x="1280564" y="174017"/>
                  </a:cubicBezTo>
                  <a:cubicBezTo>
                    <a:pt x="1275484" y="187987"/>
                    <a:pt x="1265324" y="179097"/>
                    <a:pt x="1257704" y="180367"/>
                  </a:cubicBezTo>
                  <a:cubicBezTo>
                    <a:pt x="1243734" y="182907"/>
                    <a:pt x="1228494" y="186717"/>
                    <a:pt x="1214524" y="187987"/>
                  </a:cubicBezTo>
                  <a:cubicBezTo>
                    <a:pt x="1189124" y="191797"/>
                    <a:pt x="1163724" y="194337"/>
                    <a:pt x="1138324" y="196877"/>
                  </a:cubicBezTo>
                  <a:cubicBezTo>
                    <a:pt x="1116734" y="199417"/>
                    <a:pt x="1095144" y="204497"/>
                    <a:pt x="1073554" y="208307"/>
                  </a:cubicBezTo>
                  <a:cubicBezTo>
                    <a:pt x="1036724" y="214657"/>
                    <a:pt x="998624" y="218467"/>
                    <a:pt x="961794" y="224817"/>
                  </a:cubicBezTo>
                  <a:cubicBezTo>
                    <a:pt x="936394" y="228627"/>
                    <a:pt x="910994" y="234977"/>
                    <a:pt x="884324" y="238787"/>
                  </a:cubicBezTo>
                  <a:cubicBezTo>
                    <a:pt x="857654" y="243867"/>
                    <a:pt x="829714" y="247677"/>
                    <a:pt x="803044" y="252757"/>
                  </a:cubicBezTo>
                  <a:cubicBezTo>
                    <a:pt x="783994" y="256567"/>
                    <a:pt x="764944" y="261647"/>
                    <a:pt x="745894" y="265457"/>
                  </a:cubicBezTo>
                  <a:cubicBezTo>
                    <a:pt x="707794" y="271807"/>
                    <a:pt x="668424" y="278157"/>
                    <a:pt x="630324" y="284507"/>
                  </a:cubicBezTo>
                  <a:cubicBezTo>
                    <a:pt x="616354" y="287047"/>
                    <a:pt x="603654" y="292127"/>
                    <a:pt x="589684" y="294667"/>
                  </a:cubicBezTo>
                  <a:cubicBezTo>
                    <a:pt x="565554" y="299747"/>
                    <a:pt x="541424" y="302287"/>
                    <a:pt x="517294" y="307367"/>
                  </a:cubicBezTo>
                  <a:cubicBezTo>
                    <a:pt x="499514" y="311177"/>
                    <a:pt x="483004" y="317527"/>
                    <a:pt x="466494" y="320067"/>
                  </a:cubicBezTo>
                  <a:cubicBezTo>
                    <a:pt x="430934" y="327687"/>
                    <a:pt x="395374" y="332767"/>
                    <a:pt x="359814" y="339117"/>
                  </a:cubicBezTo>
                  <a:cubicBezTo>
                    <a:pt x="344574" y="341657"/>
                    <a:pt x="329334" y="346737"/>
                    <a:pt x="314094" y="350547"/>
                  </a:cubicBezTo>
                  <a:cubicBezTo>
                    <a:pt x="289964" y="356897"/>
                    <a:pt x="264564" y="361977"/>
                    <a:pt x="240434" y="368327"/>
                  </a:cubicBezTo>
                  <a:cubicBezTo>
                    <a:pt x="234084" y="369597"/>
                    <a:pt x="227734" y="373407"/>
                    <a:pt x="220114" y="374677"/>
                  </a:cubicBezTo>
                  <a:cubicBezTo>
                    <a:pt x="212494" y="375947"/>
                    <a:pt x="204874" y="375947"/>
                    <a:pt x="197254" y="377217"/>
                  </a:cubicBezTo>
                  <a:cubicBezTo>
                    <a:pt x="182014" y="381027"/>
                    <a:pt x="166774" y="384837"/>
                    <a:pt x="152804" y="388647"/>
                  </a:cubicBezTo>
                  <a:cubicBezTo>
                    <a:pt x="122324" y="396267"/>
                    <a:pt x="107084" y="398807"/>
                    <a:pt x="93114" y="406427"/>
                  </a:cubicBezTo>
                  <a:cubicBezTo>
                    <a:pt x="80414" y="412777"/>
                    <a:pt x="62634" y="411507"/>
                    <a:pt x="57554" y="431827"/>
                  </a:cubicBezTo>
                  <a:cubicBezTo>
                    <a:pt x="55014" y="438177"/>
                    <a:pt x="48664" y="441987"/>
                    <a:pt x="60094" y="444527"/>
                  </a:cubicBezTo>
                  <a:cubicBezTo>
                    <a:pt x="61364" y="444527"/>
                    <a:pt x="63904" y="448337"/>
                    <a:pt x="62634" y="449607"/>
                  </a:cubicBezTo>
                  <a:cubicBezTo>
                    <a:pt x="60094" y="457227"/>
                    <a:pt x="57554" y="464847"/>
                    <a:pt x="55014" y="475007"/>
                  </a:cubicBezTo>
                  <a:cubicBezTo>
                    <a:pt x="55014" y="475007"/>
                    <a:pt x="57554" y="476277"/>
                    <a:pt x="60094" y="478817"/>
                  </a:cubicBezTo>
                  <a:cubicBezTo>
                    <a:pt x="52474" y="486437"/>
                    <a:pt x="52474" y="514377"/>
                    <a:pt x="57554" y="523267"/>
                  </a:cubicBezTo>
                  <a:cubicBezTo>
                    <a:pt x="60094" y="528347"/>
                    <a:pt x="61364" y="534697"/>
                    <a:pt x="62634" y="541047"/>
                  </a:cubicBezTo>
                  <a:cubicBezTo>
                    <a:pt x="47394" y="544857"/>
                    <a:pt x="65174" y="553747"/>
                    <a:pt x="60094" y="558827"/>
                  </a:cubicBezTo>
                  <a:cubicBezTo>
                    <a:pt x="62634" y="558827"/>
                    <a:pt x="65174" y="558827"/>
                    <a:pt x="68984" y="560097"/>
                  </a:cubicBezTo>
                  <a:cubicBezTo>
                    <a:pt x="66444" y="563907"/>
                    <a:pt x="63904" y="566447"/>
                    <a:pt x="62634" y="567717"/>
                  </a:cubicBezTo>
                  <a:cubicBezTo>
                    <a:pt x="65174" y="570257"/>
                    <a:pt x="68984" y="571527"/>
                    <a:pt x="71524" y="574067"/>
                  </a:cubicBezTo>
                  <a:cubicBezTo>
                    <a:pt x="57554" y="593117"/>
                    <a:pt x="57554" y="602007"/>
                    <a:pt x="74064" y="618517"/>
                  </a:cubicBezTo>
                  <a:cubicBezTo>
                    <a:pt x="75334" y="619787"/>
                    <a:pt x="77874" y="622327"/>
                    <a:pt x="77874" y="623597"/>
                  </a:cubicBezTo>
                  <a:cubicBezTo>
                    <a:pt x="74064" y="637567"/>
                    <a:pt x="75334" y="650267"/>
                    <a:pt x="84224" y="661697"/>
                  </a:cubicBezTo>
                  <a:cubicBezTo>
                    <a:pt x="84224" y="661697"/>
                    <a:pt x="82954" y="665507"/>
                    <a:pt x="80414" y="668047"/>
                  </a:cubicBezTo>
                  <a:cubicBezTo>
                    <a:pt x="84224" y="666777"/>
                    <a:pt x="86764" y="665507"/>
                    <a:pt x="89304" y="665507"/>
                  </a:cubicBezTo>
                  <a:lnTo>
                    <a:pt x="85494" y="688367"/>
                  </a:lnTo>
                  <a:lnTo>
                    <a:pt x="99464" y="688367"/>
                  </a:lnTo>
                  <a:cubicBezTo>
                    <a:pt x="103274" y="693447"/>
                    <a:pt x="107084" y="697257"/>
                    <a:pt x="107084" y="698527"/>
                  </a:cubicBezTo>
                  <a:cubicBezTo>
                    <a:pt x="110894" y="694717"/>
                    <a:pt x="113434" y="693447"/>
                    <a:pt x="114704" y="692177"/>
                  </a:cubicBezTo>
                  <a:cubicBezTo>
                    <a:pt x="121054" y="702337"/>
                    <a:pt x="126134" y="709957"/>
                    <a:pt x="129944" y="717577"/>
                  </a:cubicBezTo>
                  <a:cubicBezTo>
                    <a:pt x="128674" y="726467"/>
                    <a:pt x="126134" y="734087"/>
                    <a:pt x="124864" y="739167"/>
                  </a:cubicBezTo>
                  <a:cubicBezTo>
                    <a:pt x="118514" y="739167"/>
                    <a:pt x="112164" y="737897"/>
                    <a:pt x="108354" y="740437"/>
                  </a:cubicBezTo>
                  <a:cubicBezTo>
                    <a:pt x="104544" y="742977"/>
                    <a:pt x="104544" y="749327"/>
                    <a:pt x="102004" y="753137"/>
                  </a:cubicBezTo>
                  <a:cubicBezTo>
                    <a:pt x="102004" y="754407"/>
                    <a:pt x="110894" y="770917"/>
                    <a:pt x="109624" y="772187"/>
                  </a:cubicBezTo>
                  <a:cubicBezTo>
                    <a:pt x="108354" y="781077"/>
                    <a:pt x="105814" y="789967"/>
                    <a:pt x="104544" y="800127"/>
                  </a:cubicBezTo>
                  <a:cubicBezTo>
                    <a:pt x="109624" y="803937"/>
                    <a:pt x="115974" y="809017"/>
                    <a:pt x="121054" y="812827"/>
                  </a:cubicBezTo>
                  <a:cubicBezTo>
                    <a:pt x="112164" y="817907"/>
                    <a:pt x="105814" y="822987"/>
                    <a:pt x="99464" y="826797"/>
                  </a:cubicBezTo>
                  <a:cubicBezTo>
                    <a:pt x="102004" y="828067"/>
                    <a:pt x="103274" y="829337"/>
                    <a:pt x="105814" y="830607"/>
                  </a:cubicBezTo>
                  <a:cubicBezTo>
                    <a:pt x="107084" y="835687"/>
                    <a:pt x="109624" y="840767"/>
                    <a:pt x="109624" y="845847"/>
                  </a:cubicBezTo>
                  <a:cubicBezTo>
                    <a:pt x="109624" y="850927"/>
                    <a:pt x="105814" y="859817"/>
                    <a:pt x="108354" y="861087"/>
                  </a:cubicBezTo>
                  <a:cubicBezTo>
                    <a:pt x="119784" y="867437"/>
                    <a:pt x="113434" y="886487"/>
                    <a:pt x="128674" y="889027"/>
                  </a:cubicBezTo>
                  <a:cubicBezTo>
                    <a:pt x="129944" y="889027"/>
                    <a:pt x="129944" y="891567"/>
                    <a:pt x="132484" y="894107"/>
                  </a:cubicBezTo>
                  <a:cubicBezTo>
                    <a:pt x="128674" y="894107"/>
                    <a:pt x="126134" y="894107"/>
                    <a:pt x="121054" y="895377"/>
                  </a:cubicBezTo>
                  <a:cubicBezTo>
                    <a:pt x="135024" y="905537"/>
                    <a:pt x="131214" y="914427"/>
                    <a:pt x="126134" y="922047"/>
                  </a:cubicBezTo>
                  <a:cubicBezTo>
                    <a:pt x="121054" y="923317"/>
                    <a:pt x="117244" y="924587"/>
                    <a:pt x="113434" y="925857"/>
                  </a:cubicBezTo>
                  <a:cubicBezTo>
                    <a:pt x="114704" y="928397"/>
                    <a:pt x="114704" y="929667"/>
                    <a:pt x="115974" y="932207"/>
                  </a:cubicBezTo>
                  <a:cubicBezTo>
                    <a:pt x="117244" y="933477"/>
                    <a:pt x="123594" y="949987"/>
                    <a:pt x="123594" y="952527"/>
                  </a:cubicBezTo>
                  <a:cubicBezTo>
                    <a:pt x="121054" y="958877"/>
                    <a:pt x="119784" y="965227"/>
                    <a:pt x="118514" y="971577"/>
                  </a:cubicBezTo>
                  <a:cubicBezTo>
                    <a:pt x="126134" y="971577"/>
                    <a:pt x="132484" y="972847"/>
                    <a:pt x="135024" y="972847"/>
                  </a:cubicBezTo>
                  <a:cubicBezTo>
                    <a:pt x="132484" y="974117"/>
                    <a:pt x="128674" y="976657"/>
                    <a:pt x="126134" y="977927"/>
                  </a:cubicBezTo>
                  <a:cubicBezTo>
                    <a:pt x="127404" y="980467"/>
                    <a:pt x="128674" y="983007"/>
                    <a:pt x="131214" y="984277"/>
                  </a:cubicBezTo>
                  <a:cubicBezTo>
                    <a:pt x="141374" y="983007"/>
                    <a:pt x="151534" y="981737"/>
                    <a:pt x="162964" y="980467"/>
                  </a:cubicBezTo>
                  <a:cubicBezTo>
                    <a:pt x="161694" y="986817"/>
                    <a:pt x="160424" y="991897"/>
                    <a:pt x="157884" y="996977"/>
                  </a:cubicBezTo>
                  <a:cubicBezTo>
                    <a:pt x="164234" y="996977"/>
                    <a:pt x="171854" y="998247"/>
                    <a:pt x="178204" y="998247"/>
                  </a:cubicBezTo>
                  <a:lnTo>
                    <a:pt x="178204" y="1004597"/>
                  </a:lnTo>
                  <a:cubicBezTo>
                    <a:pt x="169314" y="1005867"/>
                    <a:pt x="160424" y="1008407"/>
                    <a:pt x="152804" y="1009677"/>
                  </a:cubicBezTo>
                  <a:cubicBezTo>
                    <a:pt x="184554" y="1024917"/>
                    <a:pt x="213764" y="1010947"/>
                    <a:pt x="248054" y="1005867"/>
                  </a:cubicBezTo>
                  <a:cubicBezTo>
                    <a:pt x="254404" y="1012217"/>
                    <a:pt x="260754" y="1007137"/>
                    <a:pt x="265834" y="996977"/>
                  </a:cubicBezTo>
                  <a:cubicBezTo>
                    <a:pt x="272184" y="1005867"/>
                    <a:pt x="277264" y="1003327"/>
                    <a:pt x="289964" y="985547"/>
                  </a:cubicBezTo>
                  <a:cubicBezTo>
                    <a:pt x="291234" y="985547"/>
                    <a:pt x="292504" y="986817"/>
                    <a:pt x="293774" y="986817"/>
                  </a:cubicBezTo>
                  <a:cubicBezTo>
                    <a:pt x="292504" y="991897"/>
                    <a:pt x="289964" y="995707"/>
                    <a:pt x="288694" y="1000787"/>
                  </a:cubicBezTo>
                  <a:cubicBezTo>
                    <a:pt x="296314" y="998247"/>
                    <a:pt x="302664" y="996977"/>
                    <a:pt x="310284" y="994437"/>
                  </a:cubicBezTo>
                  <a:lnTo>
                    <a:pt x="336954" y="990627"/>
                  </a:lnTo>
                  <a:cubicBezTo>
                    <a:pt x="350924" y="988087"/>
                    <a:pt x="364894" y="986817"/>
                    <a:pt x="377594" y="984277"/>
                  </a:cubicBezTo>
                  <a:cubicBezTo>
                    <a:pt x="382674" y="983007"/>
                    <a:pt x="387754" y="979197"/>
                    <a:pt x="392834" y="977927"/>
                  </a:cubicBezTo>
                  <a:cubicBezTo>
                    <a:pt x="397914" y="976657"/>
                    <a:pt x="405534" y="972847"/>
                    <a:pt x="408074" y="975387"/>
                  </a:cubicBezTo>
                  <a:cubicBezTo>
                    <a:pt x="418234" y="984277"/>
                    <a:pt x="427124" y="994437"/>
                    <a:pt x="437284" y="1003327"/>
                  </a:cubicBezTo>
                  <a:cubicBezTo>
                    <a:pt x="438554" y="1000787"/>
                    <a:pt x="439824" y="996977"/>
                    <a:pt x="439824" y="996977"/>
                  </a:cubicBezTo>
                  <a:cubicBezTo>
                    <a:pt x="448714" y="999517"/>
                    <a:pt x="455064" y="1000787"/>
                    <a:pt x="463954" y="1003327"/>
                  </a:cubicBezTo>
                  <a:cubicBezTo>
                    <a:pt x="465224" y="1007137"/>
                    <a:pt x="467764" y="1012217"/>
                    <a:pt x="467764" y="1014757"/>
                  </a:cubicBezTo>
                  <a:cubicBezTo>
                    <a:pt x="481734" y="1016027"/>
                    <a:pt x="493164" y="1017297"/>
                    <a:pt x="503324" y="1018567"/>
                  </a:cubicBezTo>
                  <a:cubicBezTo>
                    <a:pt x="503324" y="1019837"/>
                    <a:pt x="504594" y="1021107"/>
                    <a:pt x="504594" y="1022377"/>
                  </a:cubicBezTo>
                  <a:lnTo>
                    <a:pt x="481734" y="1029997"/>
                  </a:lnTo>
                  <a:cubicBezTo>
                    <a:pt x="480464" y="1026187"/>
                    <a:pt x="479194" y="1024917"/>
                    <a:pt x="476654" y="1018567"/>
                  </a:cubicBezTo>
                  <a:cubicBezTo>
                    <a:pt x="477924" y="1032537"/>
                    <a:pt x="479194" y="1041427"/>
                    <a:pt x="479194" y="1052857"/>
                  </a:cubicBezTo>
                  <a:cubicBezTo>
                    <a:pt x="490624" y="1043967"/>
                    <a:pt x="505864" y="1054127"/>
                    <a:pt x="513484" y="1038887"/>
                  </a:cubicBezTo>
                  <a:cubicBezTo>
                    <a:pt x="513484" y="1037617"/>
                    <a:pt x="518564" y="1037617"/>
                    <a:pt x="519834" y="1038887"/>
                  </a:cubicBezTo>
                  <a:cubicBezTo>
                    <a:pt x="529994" y="1040157"/>
                    <a:pt x="540154" y="1041427"/>
                    <a:pt x="550314" y="1043967"/>
                  </a:cubicBezTo>
                  <a:cubicBezTo>
                    <a:pt x="549044" y="1041427"/>
                    <a:pt x="549044" y="1038887"/>
                    <a:pt x="547774" y="1036347"/>
                  </a:cubicBezTo>
                  <a:cubicBezTo>
                    <a:pt x="554124" y="1037617"/>
                    <a:pt x="559204" y="1038887"/>
                    <a:pt x="563014" y="1040157"/>
                  </a:cubicBezTo>
                  <a:cubicBezTo>
                    <a:pt x="563014" y="1041427"/>
                    <a:pt x="564284" y="1042697"/>
                    <a:pt x="564284" y="1043967"/>
                  </a:cubicBezTo>
                  <a:cubicBezTo>
                    <a:pt x="555394" y="1049047"/>
                    <a:pt x="546504" y="1055397"/>
                    <a:pt x="537614" y="1060477"/>
                  </a:cubicBezTo>
                  <a:cubicBezTo>
                    <a:pt x="523644" y="1069367"/>
                    <a:pt x="510944" y="1080797"/>
                    <a:pt x="496974" y="1084607"/>
                  </a:cubicBezTo>
                  <a:cubicBezTo>
                    <a:pt x="472844" y="1089687"/>
                    <a:pt x="448714" y="1098577"/>
                    <a:pt x="423314" y="1099847"/>
                  </a:cubicBezTo>
                  <a:lnTo>
                    <a:pt x="416964" y="1099847"/>
                  </a:lnTo>
                  <a:cubicBezTo>
                    <a:pt x="390294" y="1104927"/>
                    <a:pt x="364894" y="1110007"/>
                    <a:pt x="338224" y="1115087"/>
                  </a:cubicBezTo>
                  <a:cubicBezTo>
                    <a:pt x="334414" y="1116357"/>
                    <a:pt x="331874" y="1117627"/>
                    <a:pt x="328064" y="1117627"/>
                  </a:cubicBezTo>
                  <a:cubicBezTo>
                    <a:pt x="311554" y="1120167"/>
                    <a:pt x="295044" y="1121437"/>
                    <a:pt x="279804" y="1123977"/>
                  </a:cubicBezTo>
                  <a:cubicBezTo>
                    <a:pt x="263294" y="1127787"/>
                    <a:pt x="245514" y="1130327"/>
                    <a:pt x="229004" y="1136677"/>
                  </a:cubicBezTo>
                  <a:cubicBezTo>
                    <a:pt x="216304" y="1140487"/>
                    <a:pt x="199794" y="1139217"/>
                    <a:pt x="194714" y="1151917"/>
                  </a:cubicBezTo>
                  <a:cubicBezTo>
                    <a:pt x="189634" y="1151917"/>
                    <a:pt x="184554" y="1150647"/>
                    <a:pt x="182014" y="1151917"/>
                  </a:cubicBezTo>
                  <a:cubicBezTo>
                    <a:pt x="162964" y="1159537"/>
                    <a:pt x="143914" y="1167157"/>
                    <a:pt x="126134" y="1176047"/>
                  </a:cubicBezTo>
                  <a:cubicBezTo>
                    <a:pt x="119784" y="1181127"/>
                    <a:pt x="114704" y="1183667"/>
                    <a:pt x="112164" y="1188747"/>
                  </a:cubicBezTo>
                  <a:cubicBezTo>
                    <a:pt x="110894" y="1192557"/>
                    <a:pt x="114704" y="1198907"/>
                    <a:pt x="115974" y="1201447"/>
                  </a:cubicBezTo>
                  <a:cubicBezTo>
                    <a:pt x="113434" y="1202717"/>
                    <a:pt x="108354" y="1203987"/>
                    <a:pt x="108354" y="1205257"/>
                  </a:cubicBezTo>
                  <a:cubicBezTo>
                    <a:pt x="108354" y="1212877"/>
                    <a:pt x="108354" y="1220497"/>
                    <a:pt x="110894" y="1226847"/>
                  </a:cubicBezTo>
                  <a:cubicBezTo>
                    <a:pt x="114704" y="1235737"/>
                    <a:pt x="126134" y="1243357"/>
                    <a:pt x="113434" y="1254787"/>
                  </a:cubicBezTo>
                  <a:cubicBezTo>
                    <a:pt x="110894" y="1256057"/>
                    <a:pt x="113434" y="1262407"/>
                    <a:pt x="113434" y="1267487"/>
                  </a:cubicBezTo>
                  <a:cubicBezTo>
                    <a:pt x="117244" y="1266217"/>
                    <a:pt x="119784" y="1266217"/>
                    <a:pt x="123594" y="1266217"/>
                  </a:cubicBezTo>
                  <a:cubicBezTo>
                    <a:pt x="110894" y="1287807"/>
                    <a:pt x="110894" y="1295427"/>
                    <a:pt x="123594" y="1299237"/>
                  </a:cubicBezTo>
                  <a:cubicBezTo>
                    <a:pt x="123594" y="1306857"/>
                    <a:pt x="121054" y="1314477"/>
                    <a:pt x="123594" y="1319557"/>
                  </a:cubicBezTo>
                  <a:cubicBezTo>
                    <a:pt x="131214" y="1332257"/>
                    <a:pt x="141374" y="1344957"/>
                    <a:pt x="150264" y="1356387"/>
                  </a:cubicBezTo>
                  <a:cubicBezTo>
                    <a:pt x="148994" y="1357657"/>
                    <a:pt x="146454" y="1358927"/>
                    <a:pt x="145184" y="1358927"/>
                  </a:cubicBezTo>
                  <a:cubicBezTo>
                    <a:pt x="150264" y="1365277"/>
                    <a:pt x="155344" y="1371627"/>
                    <a:pt x="159154" y="1375437"/>
                  </a:cubicBezTo>
                  <a:cubicBezTo>
                    <a:pt x="154074" y="1383057"/>
                    <a:pt x="150264" y="1389407"/>
                    <a:pt x="145184" y="1395757"/>
                  </a:cubicBezTo>
                  <a:cubicBezTo>
                    <a:pt x="151534" y="1398297"/>
                    <a:pt x="155344" y="1399567"/>
                    <a:pt x="160424" y="1400837"/>
                  </a:cubicBezTo>
                  <a:cubicBezTo>
                    <a:pt x="151534" y="1403377"/>
                    <a:pt x="143914" y="1405917"/>
                    <a:pt x="132484" y="1410997"/>
                  </a:cubicBezTo>
                  <a:cubicBezTo>
                    <a:pt x="154074" y="1416077"/>
                    <a:pt x="155344" y="1431317"/>
                    <a:pt x="157884" y="1446557"/>
                  </a:cubicBezTo>
                  <a:cubicBezTo>
                    <a:pt x="157884" y="1447827"/>
                    <a:pt x="164234" y="1449097"/>
                    <a:pt x="168044" y="1450367"/>
                  </a:cubicBezTo>
                  <a:cubicBezTo>
                    <a:pt x="168044" y="1452907"/>
                    <a:pt x="165504" y="1456717"/>
                    <a:pt x="166774" y="1459257"/>
                  </a:cubicBezTo>
                  <a:cubicBezTo>
                    <a:pt x="171854" y="1465607"/>
                    <a:pt x="180744" y="1469417"/>
                    <a:pt x="182014" y="1477037"/>
                  </a:cubicBezTo>
                  <a:cubicBezTo>
                    <a:pt x="189634" y="1498627"/>
                    <a:pt x="203604" y="1494817"/>
                    <a:pt x="218844" y="1489737"/>
                  </a:cubicBezTo>
                  <a:lnTo>
                    <a:pt x="226464" y="1501167"/>
                  </a:lnTo>
                  <a:cubicBezTo>
                    <a:pt x="229004" y="1499897"/>
                    <a:pt x="231544" y="1497357"/>
                    <a:pt x="232814" y="1496087"/>
                  </a:cubicBezTo>
                  <a:cubicBezTo>
                    <a:pt x="234084" y="1503707"/>
                    <a:pt x="246784" y="1512597"/>
                    <a:pt x="250594" y="1507517"/>
                  </a:cubicBezTo>
                  <a:cubicBezTo>
                    <a:pt x="259484" y="1494817"/>
                    <a:pt x="269644" y="1502437"/>
                    <a:pt x="279804" y="1503707"/>
                  </a:cubicBezTo>
                  <a:cubicBezTo>
                    <a:pt x="284884" y="1504977"/>
                    <a:pt x="292504" y="1506247"/>
                    <a:pt x="295044" y="1503707"/>
                  </a:cubicBezTo>
                  <a:cubicBezTo>
                    <a:pt x="301394" y="1497357"/>
                    <a:pt x="320444" y="1503707"/>
                    <a:pt x="315364" y="1485927"/>
                  </a:cubicBezTo>
                  <a:cubicBezTo>
                    <a:pt x="314094" y="1482117"/>
                    <a:pt x="309014" y="1478307"/>
                    <a:pt x="303934" y="1474497"/>
                  </a:cubicBezTo>
                  <a:lnTo>
                    <a:pt x="340764" y="1474497"/>
                  </a:lnTo>
                  <a:cubicBezTo>
                    <a:pt x="342034" y="1478307"/>
                    <a:pt x="342034" y="1483387"/>
                    <a:pt x="343304" y="1487197"/>
                  </a:cubicBezTo>
                  <a:cubicBezTo>
                    <a:pt x="336954" y="1488467"/>
                    <a:pt x="330604" y="1489737"/>
                    <a:pt x="324254" y="1492277"/>
                  </a:cubicBezTo>
                  <a:cubicBezTo>
                    <a:pt x="324254" y="1493547"/>
                    <a:pt x="325524" y="1494817"/>
                    <a:pt x="325524" y="1497357"/>
                  </a:cubicBezTo>
                  <a:cubicBezTo>
                    <a:pt x="328064" y="1497357"/>
                    <a:pt x="331874" y="1496087"/>
                    <a:pt x="334414" y="1496087"/>
                  </a:cubicBezTo>
                  <a:cubicBezTo>
                    <a:pt x="344574" y="1499897"/>
                    <a:pt x="358544" y="1489737"/>
                    <a:pt x="367434" y="1502437"/>
                  </a:cubicBezTo>
                  <a:cubicBezTo>
                    <a:pt x="383944" y="1525297"/>
                    <a:pt x="413154" y="1531647"/>
                    <a:pt x="439824" y="1518947"/>
                  </a:cubicBezTo>
                  <a:cubicBezTo>
                    <a:pt x="442364" y="1517677"/>
                    <a:pt x="447444" y="1521487"/>
                    <a:pt x="451254" y="1522757"/>
                  </a:cubicBezTo>
                  <a:cubicBezTo>
                    <a:pt x="452524" y="1522757"/>
                    <a:pt x="452524" y="1522757"/>
                    <a:pt x="453794" y="1524027"/>
                  </a:cubicBezTo>
                  <a:cubicBezTo>
                    <a:pt x="455064" y="1521487"/>
                    <a:pt x="455064" y="1518947"/>
                    <a:pt x="455064" y="1520217"/>
                  </a:cubicBezTo>
                  <a:cubicBezTo>
                    <a:pt x="463954" y="1520217"/>
                    <a:pt x="472844" y="1522757"/>
                    <a:pt x="481734" y="1521487"/>
                  </a:cubicBezTo>
                  <a:cubicBezTo>
                    <a:pt x="495704" y="1520217"/>
                    <a:pt x="509674" y="1515137"/>
                    <a:pt x="523644" y="1513867"/>
                  </a:cubicBezTo>
                  <a:cubicBezTo>
                    <a:pt x="545234" y="1511327"/>
                    <a:pt x="566824" y="1511327"/>
                    <a:pt x="588414" y="1506247"/>
                  </a:cubicBezTo>
                  <a:cubicBezTo>
                    <a:pt x="597304" y="1503707"/>
                    <a:pt x="603654" y="1504977"/>
                    <a:pt x="610004" y="1507517"/>
                  </a:cubicBezTo>
                  <a:cubicBezTo>
                    <a:pt x="570634" y="1524027"/>
                    <a:pt x="531264" y="1540537"/>
                    <a:pt x="491894" y="1555777"/>
                  </a:cubicBezTo>
                  <a:cubicBezTo>
                    <a:pt x="491894" y="1557047"/>
                    <a:pt x="493164" y="1558317"/>
                    <a:pt x="493164" y="1559587"/>
                  </a:cubicBezTo>
                  <a:cubicBezTo>
                    <a:pt x="495704" y="1559587"/>
                    <a:pt x="498244" y="1560857"/>
                    <a:pt x="503324" y="1562127"/>
                  </a:cubicBezTo>
                  <a:cubicBezTo>
                    <a:pt x="494434" y="1565937"/>
                    <a:pt x="490624" y="1567207"/>
                    <a:pt x="484274" y="1569747"/>
                  </a:cubicBezTo>
                  <a:cubicBezTo>
                    <a:pt x="495704" y="1577367"/>
                    <a:pt x="480464" y="1586257"/>
                    <a:pt x="486814" y="1596417"/>
                  </a:cubicBezTo>
                  <a:cubicBezTo>
                    <a:pt x="491894" y="1606577"/>
                    <a:pt x="488084" y="1621817"/>
                    <a:pt x="510944" y="1618007"/>
                  </a:cubicBezTo>
                  <a:cubicBezTo>
                    <a:pt x="488084" y="1629437"/>
                    <a:pt x="486814" y="1645947"/>
                    <a:pt x="502054" y="1663727"/>
                  </a:cubicBezTo>
                  <a:cubicBezTo>
                    <a:pt x="504594" y="1666267"/>
                    <a:pt x="505864" y="1671347"/>
                    <a:pt x="504594" y="1673887"/>
                  </a:cubicBezTo>
                  <a:cubicBezTo>
                    <a:pt x="502054" y="1682777"/>
                    <a:pt x="498244" y="1690397"/>
                    <a:pt x="495704" y="1696747"/>
                  </a:cubicBezTo>
                  <a:cubicBezTo>
                    <a:pt x="486814" y="1696747"/>
                    <a:pt x="481734" y="1695477"/>
                    <a:pt x="476654" y="1695477"/>
                  </a:cubicBezTo>
                  <a:cubicBezTo>
                    <a:pt x="463954" y="1696747"/>
                    <a:pt x="451254" y="1699287"/>
                    <a:pt x="438554" y="1701827"/>
                  </a:cubicBezTo>
                  <a:cubicBezTo>
                    <a:pt x="397914" y="1709447"/>
                    <a:pt x="356004" y="1717067"/>
                    <a:pt x="315364" y="1724687"/>
                  </a:cubicBezTo>
                  <a:cubicBezTo>
                    <a:pt x="281074" y="1731037"/>
                    <a:pt x="248054" y="1743737"/>
                    <a:pt x="213764" y="1746277"/>
                  </a:cubicBezTo>
                  <a:cubicBezTo>
                    <a:pt x="189634" y="1747547"/>
                    <a:pt x="168044" y="1760247"/>
                    <a:pt x="145184" y="1761517"/>
                  </a:cubicBezTo>
                  <a:cubicBezTo>
                    <a:pt x="129944" y="1762787"/>
                    <a:pt x="114704" y="1769137"/>
                    <a:pt x="100734" y="1775487"/>
                  </a:cubicBezTo>
                  <a:cubicBezTo>
                    <a:pt x="93114" y="1778027"/>
                    <a:pt x="86764" y="1784377"/>
                    <a:pt x="80414" y="1788187"/>
                  </a:cubicBezTo>
                  <a:cubicBezTo>
                    <a:pt x="79144" y="1788187"/>
                    <a:pt x="75334" y="1786917"/>
                    <a:pt x="74064" y="1788187"/>
                  </a:cubicBezTo>
                  <a:cubicBezTo>
                    <a:pt x="63904" y="1793267"/>
                    <a:pt x="55014" y="1798347"/>
                    <a:pt x="44854" y="1802157"/>
                  </a:cubicBezTo>
                  <a:cubicBezTo>
                    <a:pt x="37234" y="1805967"/>
                    <a:pt x="30884" y="1809777"/>
                    <a:pt x="23264" y="1813587"/>
                  </a:cubicBezTo>
                  <a:cubicBezTo>
                    <a:pt x="23264" y="1814857"/>
                    <a:pt x="24534" y="1816127"/>
                    <a:pt x="24534" y="1817397"/>
                  </a:cubicBezTo>
                  <a:cubicBezTo>
                    <a:pt x="21994" y="1817397"/>
                    <a:pt x="18184" y="1816127"/>
                    <a:pt x="14374" y="1814857"/>
                  </a:cubicBezTo>
                  <a:cubicBezTo>
                    <a:pt x="15644" y="1822477"/>
                    <a:pt x="16914" y="1827557"/>
                    <a:pt x="18184" y="1833907"/>
                  </a:cubicBezTo>
                  <a:cubicBezTo>
                    <a:pt x="16914" y="1833907"/>
                    <a:pt x="16914" y="1833907"/>
                    <a:pt x="15644" y="1835177"/>
                  </a:cubicBezTo>
                  <a:cubicBezTo>
                    <a:pt x="14374" y="1832637"/>
                    <a:pt x="13104" y="1830097"/>
                    <a:pt x="11834" y="1828827"/>
                  </a:cubicBezTo>
                  <a:cubicBezTo>
                    <a:pt x="404" y="1841527"/>
                    <a:pt x="-7216" y="1852957"/>
                    <a:pt x="10564" y="1860577"/>
                  </a:cubicBezTo>
                  <a:cubicBezTo>
                    <a:pt x="9294" y="1866927"/>
                    <a:pt x="9294" y="1872007"/>
                    <a:pt x="9294" y="1875817"/>
                  </a:cubicBezTo>
                  <a:lnTo>
                    <a:pt x="13104" y="1902487"/>
                  </a:lnTo>
                  <a:cubicBezTo>
                    <a:pt x="14374" y="1913917"/>
                    <a:pt x="11834" y="1925347"/>
                    <a:pt x="25804" y="1929157"/>
                  </a:cubicBezTo>
                  <a:cubicBezTo>
                    <a:pt x="21994" y="1935507"/>
                    <a:pt x="21994" y="1964717"/>
                    <a:pt x="27074" y="1965987"/>
                  </a:cubicBezTo>
                  <a:cubicBezTo>
                    <a:pt x="35964" y="1969797"/>
                    <a:pt x="38504" y="1981227"/>
                    <a:pt x="46124" y="1986307"/>
                  </a:cubicBezTo>
                  <a:cubicBezTo>
                    <a:pt x="47394" y="1987577"/>
                    <a:pt x="48664" y="1990117"/>
                    <a:pt x="48664" y="1990117"/>
                  </a:cubicBezTo>
                  <a:cubicBezTo>
                    <a:pt x="38504" y="2001547"/>
                    <a:pt x="53744" y="1996467"/>
                    <a:pt x="56284" y="2001547"/>
                  </a:cubicBezTo>
                  <a:cubicBezTo>
                    <a:pt x="53744" y="2007897"/>
                    <a:pt x="48664" y="2014247"/>
                    <a:pt x="47394" y="2021867"/>
                  </a:cubicBezTo>
                  <a:cubicBezTo>
                    <a:pt x="46124" y="2029487"/>
                    <a:pt x="47394" y="2035837"/>
                    <a:pt x="58824" y="2032027"/>
                  </a:cubicBezTo>
                  <a:cubicBezTo>
                    <a:pt x="57554" y="2043457"/>
                    <a:pt x="56284" y="2053617"/>
                    <a:pt x="55014" y="2065047"/>
                  </a:cubicBezTo>
                  <a:cubicBezTo>
                    <a:pt x="56284" y="2065047"/>
                    <a:pt x="57554" y="2063777"/>
                    <a:pt x="57554" y="2063777"/>
                  </a:cubicBezTo>
                  <a:cubicBezTo>
                    <a:pt x="61364" y="2072667"/>
                    <a:pt x="63904" y="2080287"/>
                    <a:pt x="67714" y="2087907"/>
                  </a:cubicBezTo>
                  <a:cubicBezTo>
                    <a:pt x="74064" y="2087907"/>
                    <a:pt x="80414" y="2089177"/>
                    <a:pt x="88034" y="2090447"/>
                  </a:cubicBezTo>
                  <a:lnTo>
                    <a:pt x="88034" y="2094257"/>
                  </a:lnTo>
                  <a:cubicBezTo>
                    <a:pt x="84224" y="2095527"/>
                    <a:pt x="80414" y="2096797"/>
                    <a:pt x="76604" y="2098067"/>
                  </a:cubicBezTo>
                  <a:cubicBezTo>
                    <a:pt x="77874" y="2099337"/>
                    <a:pt x="80414" y="2099337"/>
                    <a:pt x="80414" y="2099337"/>
                  </a:cubicBezTo>
                  <a:cubicBezTo>
                    <a:pt x="81684" y="2118387"/>
                    <a:pt x="98194" y="2115847"/>
                    <a:pt x="109624" y="2120927"/>
                  </a:cubicBezTo>
                  <a:cubicBezTo>
                    <a:pt x="114704" y="2123467"/>
                    <a:pt x="121054" y="2124737"/>
                    <a:pt x="124864" y="2123467"/>
                  </a:cubicBezTo>
                  <a:cubicBezTo>
                    <a:pt x="132484" y="2119657"/>
                    <a:pt x="137564" y="2120927"/>
                    <a:pt x="137564" y="2128547"/>
                  </a:cubicBezTo>
                  <a:cubicBezTo>
                    <a:pt x="137564" y="2132357"/>
                    <a:pt x="135024" y="2137437"/>
                    <a:pt x="133754" y="2139977"/>
                  </a:cubicBezTo>
                  <a:cubicBezTo>
                    <a:pt x="142644" y="2139977"/>
                    <a:pt x="156614" y="2143787"/>
                    <a:pt x="164234" y="2138707"/>
                  </a:cubicBezTo>
                  <a:cubicBezTo>
                    <a:pt x="182014" y="2127277"/>
                    <a:pt x="198524" y="2137437"/>
                    <a:pt x="215034" y="2133627"/>
                  </a:cubicBezTo>
                  <a:cubicBezTo>
                    <a:pt x="223924" y="2131087"/>
                    <a:pt x="231544" y="2131087"/>
                    <a:pt x="244244" y="2128547"/>
                  </a:cubicBezTo>
                  <a:cubicBezTo>
                    <a:pt x="250594" y="2133627"/>
                    <a:pt x="256944" y="2132357"/>
                    <a:pt x="258214" y="2126007"/>
                  </a:cubicBezTo>
                  <a:cubicBezTo>
                    <a:pt x="268374" y="2126007"/>
                    <a:pt x="277264" y="2126007"/>
                    <a:pt x="286154" y="2124737"/>
                  </a:cubicBezTo>
                  <a:cubicBezTo>
                    <a:pt x="300124" y="2122197"/>
                    <a:pt x="312824" y="2118387"/>
                    <a:pt x="326794" y="2117117"/>
                  </a:cubicBezTo>
                  <a:cubicBezTo>
                    <a:pt x="335684" y="2115847"/>
                    <a:pt x="345844" y="2118387"/>
                    <a:pt x="356004" y="2117117"/>
                  </a:cubicBezTo>
                  <a:cubicBezTo>
                    <a:pt x="361084" y="2115847"/>
                    <a:pt x="364894" y="2108227"/>
                    <a:pt x="369974" y="2104417"/>
                  </a:cubicBezTo>
                  <a:cubicBezTo>
                    <a:pt x="375054" y="2117117"/>
                    <a:pt x="385214" y="2118387"/>
                    <a:pt x="401724" y="2109497"/>
                  </a:cubicBezTo>
                  <a:cubicBezTo>
                    <a:pt x="395374" y="2104417"/>
                    <a:pt x="387754" y="2100607"/>
                    <a:pt x="381404" y="2096797"/>
                  </a:cubicBezTo>
                  <a:cubicBezTo>
                    <a:pt x="387754" y="2094257"/>
                    <a:pt x="392834" y="2090447"/>
                    <a:pt x="397914" y="2089177"/>
                  </a:cubicBezTo>
                  <a:cubicBezTo>
                    <a:pt x="402994" y="2089177"/>
                    <a:pt x="406804" y="2090447"/>
                    <a:pt x="410614" y="2090447"/>
                  </a:cubicBezTo>
                  <a:cubicBezTo>
                    <a:pt x="414424" y="2090447"/>
                    <a:pt x="418234" y="2090447"/>
                    <a:pt x="422044" y="2089177"/>
                  </a:cubicBezTo>
                  <a:cubicBezTo>
                    <a:pt x="425854" y="2087907"/>
                    <a:pt x="428394" y="2086637"/>
                    <a:pt x="430934" y="2084097"/>
                  </a:cubicBezTo>
                  <a:cubicBezTo>
                    <a:pt x="430934" y="2087907"/>
                    <a:pt x="432204" y="2092987"/>
                    <a:pt x="432204" y="2096797"/>
                  </a:cubicBezTo>
                  <a:cubicBezTo>
                    <a:pt x="432204" y="2100607"/>
                    <a:pt x="429664" y="2104417"/>
                    <a:pt x="428394" y="2108227"/>
                  </a:cubicBezTo>
                  <a:cubicBezTo>
                    <a:pt x="432204" y="2108227"/>
                    <a:pt x="436014" y="2108227"/>
                    <a:pt x="441094" y="2106957"/>
                  </a:cubicBezTo>
                  <a:cubicBezTo>
                    <a:pt x="446174" y="2114577"/>
                    <a:pt x="432204" y="2131087"/>
                    <a:pt x="451254" y="2132357"/>
                  </a:cubicBezTo>
                  <a:cubicBezTo>
                    <a:pt x="449984" y="2137437"/>
                    <a:pt x="448714" y="2141247"/>
                    <a:pt x="447444" y="2146327"/>
                  </a:cubicBezTo>
                  <a:cubicBezTo>
                    <a:pt x="455064" y="2146327"/>
                    <a:pt x="462684" y="2147597"/>
                    <a:pt x="474114" y="2148867"/>
                  </a:cubicBezTo>
                  <a:cubicBezTo>
                    <a:pt x="469034" y="2155217"/>
                    <a:pt x="465224" y="2160297"/>
                    <a:pt x="460144" y="2165377"/>
                  </a:cubicBezTo>
                  <a:cubicBezTo>
                    <a:pt x="463954" y="2164107"/>
                    <a:pt x="467764" y="2164107"/>
                    <a:pt x="475384" y="2162837"/>
                  </a:cubicBezTo>
                  <a:cubicBezTo>
                    <a:pt x="458874" y="2178077"/>
                    <a:pt x="476654" y="2179347"/>
                    <a:pt x="483004" y="2188237"/>
                  </a:cubicBezTo>
                  <a:cubicBezTo>
                    <a:pt x="486814" y="2178077"/>
                    <a:pt x="489354" y="2171727"/>
                    <a:pt x="490624" y="2166647"/>
                  </a:cubicBezTo>
                  <a:cubicBezTo>
                    <a:pt x="496974" y="2172997"/>
                    <a:pt x="504594" y="2180617"/>
                    <a:pt x="512214" y="2189507"/>
                  </a:cubicBezTo>
                  <a:cubicBezTo>
                    <a:pt x="513484" y="2189507"/>
                    <a:pt x="516024" y="2186967"/>
                    <a:pt x="517294" y="2188237"/>
                  </a:cubicBezTo>
                  <a:cubicBezTo>
                    <a:pt x="531264" y="2194587"/>
                    <a:pt x="537614" y="2188237"/>
                    <a:pt x="542694" y="2175537"/>
                  </a:cubicBezTo>
                  <a:cubicBezTo>
                    <a:pt x="543964" y="2172997"/>
                    <a:pt x="550314" y="2171727"/>
                    <a:pt x="551584" y="2170457"/>
                  </a:cubicBezTo>
                  <a:cubicBezTo>
                    <a:pt x="549044" y="2178077"/>
                    <a:pt x="545234" y="2185697"/>
                    <a:pt x="541424" y="2194587"/>
                  </a:cubicBezTo>
                  <a:cubicBezTo>
                    <a:pt x="526184" y="2197127"/>
                    <a:pt x="508404" y="2200937"/>
                    <a:pt x="490624" y="2204747"/>
                  </a:cubicBezTo>
                  <a:cubicBezTo>
                    <a:pt x="474114" y="2208557"/>
                    <a:pt x="457604" y="2214907"/>
                    <a:pt x="439824" y="2217447"/>
                  </a:cubicBezTo>
                  <a:cubicBezTo>
                    <a:pt x="415694" y="2221257"/>
                    <a:pt x="391564" y="2223797"/>
                    <a:pt x="366164" y="2227607"/>
                  </a:cubicBezTo>
                  <a:cubicBezTo>
                    <a:pt x="336954" y="2232687"/>
                    <a:pt x="307744" y="2237767"/>
                    <a:pt x="278534" y="2244117"/>
                  </a:cubicBezTo>
                  <a:cubicBezTo>
                    <a:pt x="254404" y="2249197"/>
                    <a:pt x="231544" y="2256817"/>
                    <a:pt x="207414" y="2261897"/>
                  </a:cubicBezTo>
                  <a:cubicBezTo>
                    <a:pt x="190904" y="2265707"/>
                    <a:pt x="174394" y="2266977"/>
                    <a:pt x="159154" y="2273327"/>
                  </a:cubicBezTo>
                  <a:cubicBezTo>
                    <a:pt x="143914" y="2279677"/>
                    <a:pt x="122324" y="2278407"/>
                    <a:pt x="117244" y="2299997"/>
                  </a:cubicBezTo>
                  <a:cubicBezTo>
                    <a:pt x="108354" y="2294917"/>
                    <a:pt x="102004" y="2297457"/>
                    <a:pt x="100734" y="2306347"/>
                  </a:cubicBezTo>
                  <a:cubicBezTo>
                    <a:pt x="100734" y="2308887"/>
                    <a:pt x="99464" y="2311427"/>
                    <a:pt x="96924" y="2311427"/>
                  </a:cubicBezTo>
                  <a:cubicBezTo>
                    <a:pt x="82954" y="2315237"/>
                    <a:pt x="86764" y="2322857"/>
                    <a:pt x="93114" y="2330477"/>
                  </a:cubicBezTo>
                  <a:cubicBezTo>
                    <a:pt x="100734" y="2339367"/>
                    <a:pt x="100734" y="2348257"/>
                    <a:pt x="99464" y="2358417"/>
                  </a:cubicBezTo>
                  <a:cubicBezTo>
                    <a:pt x="96924" y="2372387"/>
                    <a:pt x="94384" y="2387627"/>
                    <a:pt x="91844" y="2401597"/>
                  </a:cubicBezTo>
                  <a:cubicBezTo>
                    <a:pt x="91844" y="2405407"/>
                    <a:pt x="95654" y="2409217"/>
                    <a:pt x="98194" y="2413027"/>
                  </a:cubicBezTo>
                  <a:lnTo>
                    <a:pt x="102004" y="2420647"/>
                  </a:lnTo>
                  <a:lnTo>
                    <a:pt x="102004" y="2442237"/>
                  </a:lnTo>
                  <a:cubicBezTo>
                    <a:pt x="107084" y="2442237"/>
                    <a:pt x="113434" y="2440967"/>
                    <a:pt x="119784" y="2440967"/>
                  </a:cubicBezTo>
                  <a:cubicBezTo>
                    <a:pt x="119784" y="2440967"/>
                    <a:pt x="119784" y="2442237"/>
                    <a:pt x="121054" y="2442237"/>
                  </a:cubicBezTo>
                  <a:cubicBezTo>
                    <a:pt x="117244" y="2443507"/>
                    <a:pt x="114704" y="2444777"/>
                    <a:pt x="110894" y="2447317"/>
                  </a:cubicBezTo>
                  <a:cubicBezTo>
                    <a:pt x="118514" y="2456207"/>
                    <a:pt x="104544" y="2479067"/>
                    <a:pt x="135024" y="2473987"/>
                  </a:cubicBezTo>
                  <a:cubicBezTo>
                    <a:pt x="126134" y="2481607"/>
                    <a:pt x="121054" y="2486687"/>
                    <a:pt x="117244" y="2489227"/>
                  </a:cubicBezTo>
                  <a:cubicBezTo>
                    <a:pt x="119784" y="2495577"/>
                    <a:pt x="122324" y="2499387"/>
                    <a:pt x="123594" y="2503197"/>
                  </a:cubicBezTo>
                  <a:cubicBezTo>
                    <a:pt x="118514" y="2507007"/>
                    <a:pt x="114704" y="2510817"/>
                    <a:pt x="110894" y="2513357"/>
                  </a:cubicBezTo>
                  <a:cubicBezTo>
                    <a:pt x="115974" y="2518437"/>
                    <a:pt x="121054" y="2522247"/>
                    <a:pt x="123594" y="2526057"/>
                  </a:cubicBezTo>
                  <a:cubicBezTo>
                    <a:pt x="128674" y="2520977"/>
                    <a:pt x="133754" y="2515897"/>
                    <a:pt x="138834" y="2515897"/>
                  </a:cubicBezTo>
                  <a:cubicBezTo>
                    <a:pt x="143914" y="2515897"/>
                    <a:pt x="150264" y="2524787"/>
                    <a:pt x="156614" y="2529867"/>
                  </a:cubicBezTo>
                  <a:cubicBezTo>
                    <a:pt x="156614" y="2531137"/>
                    <a:pt x="152804" y="2532407"/>
                    <a:pt x="151534" y="2532407"/>
                  </a:cubicBezTo>
                  <a:cubicBezTo>
                    <a:pt x="142644" y="2522247"/>
                    <a:pt x="133754" y="2520977"/>
                    <a:pt x="124864" y="2532407"/>
                  </a:cubicBezTo>
                  <a:cubicBezTo>
                    <a:pt x="124864" y="2532407"/>
                    <a:pt x="123594" y="2532407"/>
                    <a:pt x="123594" y="2531137"/>
                  </a:cubicBezTo>
                  <a:cubicBezTo>
                    <a:pt x="123594" y="2529867"/>
                    <a:pt x="123594" y="2529867"/>
                    <a:pt x="122324" y="2528597"/>
                  </a:cubicBezTo>
                  <a:cubicBezTo>
                    <a:pt x="117244" y="2533677"/>
                    <a:pt x="118514" y="2537487"/>
                    <a:pt x="124864" y="2541297"/>
                  </a:cubicBezTo>
                  <a:cubicBezTo>
                    <a:pt x="133754" y="2546377"/>
                    <a:pt x="132484" y="2550187"/>
                    <a:pt x="127404" y="2556537"/>
                  </a:cubicBezTo>
                  <a:cubicBezTo>
                    <a:pt x="129944" y="2557807"/>
                    <a:pt x="133754" y="2560347"/>
                    <a:pt x="133754" y="2561617"/>
                  </a:cubicBezTo>
                  <a:cubicBezTo>
                    <a:pt x="133754" y="2567967"/>
                    <a:pt x="146454" y="2571777"/>
                    <a:pt x="136294" y="2579397"/>
                  </a:cubicBezTo>
                  <a:cubicBezTo>
                    <a:pt x="141374" y="2585747"/>
                    <a:pt x="143914" y="2592097"/>
                    <a:pt x="155344" y="2594637"/>
                  </a:cubicBezTo>
                  <a:cubicBezTo>
                    <a:pt x="165504" y="2597177"/>
                    <a:pt x="168044" y="2592097"/>
                    <a:pt x="174394" y="2590827"/>
                  </a:cubicBezTo>
                  <a:cubicBezTo>
                    <a:pt x="180744" y="2589557"/>
                    <a:pt x="188364" y="2593367"/>
                    <a:pt x="194714" y="2594637"/>
                  </a:cubicBezTo>
                  <a:cubicBezTo>
                    <a:pt x="197254" y="2594637"/>
                    <a:pt x="199794" y="2590827"/>
                    <a:pt x="199794" y="2589557"/>
                  </a:cubicBezTo>
                  <a:cubicBezTo>
                    <a:pt x="208684" y="2590827"/>
                    <a:pt x="217574" y="2593367"/>
                    <a:pt x="225194" y="2592097"/>
                  </a:cubicBezTo>
                  <a:cubicBezTo>
                    <a:pt x="236624" y="2590827"/>
                    <a:pt x="242974" y="2594637"/>
                    <a:pt x="244244" y="2604797"/>
                  </a:cubicBezTo>
                  <a:cubicBezTo>
                    <a:pt x="245514" y="2616227"/>
                    <a:pt x="251864" y="2617497"/>
                    <a:pt x="260754" y="2616227"/>
                  </a:cubicBezTo>
                  <a:cubicBezTo>
                    <a:pt x="268374" y="2614957"/>
                    <a:pt x="274724" y="2612417"/>
                    <a:pt x="282344" y="2611147"/>
                  </a:cubicBezTo>
                  <a:cubicBezTo>
                    <a:pt x="278534" y="2607337"/>
                    <a:pt x="273454" y="2603527"/>
                    <a:pt x="267104" y="2598447"/>
                  </a:cubicBezTo>
                  <a:cubicBezTo>
                    <a:pt x="273454" y="2597177"/>
                    <a:pt x="279804" y="2594637"/>
                    <a:pt x="284884" y="2594637"/>
                  </a:cubicBezTo>
                  <a:cubicBezTo>
                    <a:pt x="295044" y="2593367"/>
                    <a:pt x="303934" y="2592097"/>
                    <a:pt x="314094" y="2592097"/>
                  </a:cubicBezTo>
                  <a:cubicBezTo>
                    <a:pt x="317904" y="2592097"/>
                    <a:pt x="321714" y="2594637"/>
                    <a:pt x="325524" y="2598447"/>
                  </a:cubicBezTo>
                  <a:cubicBezTo>
                    <a:pt x="309014" y="2598447"/>
                    <a:pt x="293774" y="2598447"/>
                    <a:pt x="282344" y="2611147"/>
                  </a:cubicBezTo>
                  <a:cubicBezTo>
                    <a:pt x="286154" y="2612417"/>
                    <a:pt x="291234" y="2613687"/>
                    <a:pt x="295044" y="2613687"/>
                  </a:cubicBezTo>
                  <a:cubicBezTo>
                    <a:pt x="316634" y="2612417"/>
                    <a:pt x="339494" y="2611147"/>
                    <a:pt x="361084" y="2609877"/>
                  </a:cubicBezTo>
                  <a:cubicBezTo>
                    <a:pt x="382674" y="2608607"/>
                    <a:pt x="402994" y="2606067"/>
                    <a:pt x="425854" y="2604797"/>
                  </a:cubicBezTo>
                  <a:cubicBezTo>
                    <a:pt x="432204" y="2631467"/>
                    <a:pt x="438554" y="2656867"/>
                    <a:pt x="443634" y="2682267"/>
                  </a:cubicBezTo>
                  <a:cubicBezTo>
                    <a:pt x="441094" y="2683537"/>
                    <a:pt x="438554" y="2684807"/>
                    <a:pt x="436014" y="2684807"/>
                  </a:cubicBezTo>
                  <a:cubicBezTo>
                    <a:pt x="439824" y="2689887"/>
                    <a:pt x="444904" y="2694967"/>
                    <a:pt x="446174" y="2700047"/>
                  </a:cubicBezTo>
                  <a:cubicBezTo>
                    <a:pt x="447444" y="2707667"/>
                    <a:pt x="446174" y="2715287"/>
                    <a:pt x="446174" y="2720367"/>
                  </a:cubicBezTo>
                  <a:cubicBezTo>
                    <a:pt x="455064" y="2722907"/>
                    <a:pt x="460144" y="2724177"/>
                    <a:pt x="466494" y="2725447"/>
                  </a:cubicBezTo>
                  <a:cubicBezTo>
                    <a:pt x="465224" y="2725447"/>
                    <a:pt x="463954" y="2726717"/>
                    <a:pt x="461414" y="2726717"/>
                  </a:cubicBezTo>
                  <a:cubicBezTo>
                    <a:pt x="462684" y="2735607"/>
                    <a:pt x="465224" y="2745767"/>
                    <a:pt x="466494" y="2758467"/>
                  </a:cubicBezTo>
                  <a:lnTo>
                    <a:pt x="486814" y="2758467"/>
                  </a:lnTo>
                  <a:cubicBezTo>
                    <a:pt x="490624" y="2758467"/>
                    <a:pt x="494434" y="2761007"/>
                    <a:pt x="495704" y="2762277"/>
                  </a:cubicBezTo>
                  <a:cubicBezTo>
                    <a:pt x="500784" y="2777517"/>
                    <a:pt x="512214" y="2782597"/>
                    <a:pt x="527454" y="2778787"/>
                  </a:cubicBezTo>
                  <a:cubicBezTo>
                    <a:pt x="533804" y="2777517"/>
                    <a:pt x="541424" y="2777517"/>
                    <a:pt x="547774" y="2777517"/>
                  </a:cubicBezTo>
                  <a:lnTo>
                    <a:pt x="563014" y="2777517"/>
                  </a:lnTo>
                  <a:cubicBezTo>
                    <a:pt x="568094" y="2777517"/>
                    <a:pt x="573174" y="2776247"/>
                    <a:pt x="578254" y="2774977"/>
                  </a:cubicBezTo>
                  <a:cubicBezTo>
                    <a:pt x="579524" y="2771167"/>
                    <a:pt x="579524" y="2767357"/>
                    <a:pt x="580794" y="2762277"/>
                  </a:cubicBezTo>
                  <a:cubicBezTo>
                    <a:pt x="584604" y="2762277"/>
                    <a:pt x="587144" y="2761007"/>
                    <a:pt x="590954" y="2761007"/>
                  </a:cubicBezTo>
                  <a:cubicBezTo>
                    <a:pt x="615084" y="2758467"/>
                    <a:pt x="640484" y="2754657"/>
                    <a:pt x="665884" y="2752117"/>
                  </a:cubicBezTo>
                  <a:cubicBezTo>
                    <a:pt x="665884" y="2752117"/>
                    <a:pt x="667154" y="2754657"/>
                    <a:pt x="668424" y="2758467"/>
                  </a:cubicBezTo>
                  <a:cubicBezTo>
                    <a:pt x="664614" y="2759737"/>
                    <a:pt x="662074" y="2761007"/>
                    <a:pt x="659534" y="2762277"/>
                  </a:cubicBezTo>
                  <a:cubicBezTo>
                    <a:pt x="669694" y="2772437"/>
                    <a:pt x="683664" y="2773707"/>
                    <a:pt x="692554" y="2766087"/>
                  </a:cubicBezTo>
                  <a:cubicBezTo>
                    <a:pt x="687474" y="2762277"/>
                    <a:pt x="683664" y="2759737"/>
                    <a:pt x="677314" y="2755927"/>
                  </a:cubicBezTo>
                  <a:lnTo>
                    <a:pt x="681124" y="2752117"/>
                  </a:lnTo>
                  <a:lnTo>
                    <a:pt x="691284" y="2752117"/>
                  </a:lnTo>
                  <a:lnTo>
                    <a:pt x="691284" y="2750847"/>
                  </a:lnTo>
                  <a:cubicBezTo>
                    <a:pt x="696364" y="2752117"/>
                    <a:pt x="700174" y="2754657"/>
                    <a:pt x="705254" y="2750847"/>
                  </a:cubicBezTo>
                  <a:lnTo>
                    <a:pt x="710334" y="2750847"/>
                  </a:lnTo>
                  <a:lnTo>
                    <a:pt x="754784" y="2753387"/>
                  </a:lnTo>
                  <a:cubicBezTo>
                    <a:pt x="759864" y="2753387"/>
                    <a:pt x="762404" y="2752117"/>
                    <a:pt x="764944" y="2749577"/>
                  </a:cubicBezTo>
                  <a:cubicBezTo>
                    <a:pt x="771294" y="2759737"/>
                    <a:pt x="776374" y="2768627"/>
                    <a:pt x="782724" y="2780057"/>
                  </a:cubicBezTo>
                  <a:cubicBezTo>
                    <a:pt x="781454" y="2780057"/>
                    <a:pt x="778914" y="2781327"/>
                    <a:pt x="776374" y="2781327"/>
                  </a:cubicBezTo>
                  <a:cubicBezTo>
                    <a:pt x="792884" y="2807997"/>
                    <a:pt x="803044" y="2835937"/>
                    <a:pt x="787804" y="2866417"/>
                  </a:cubicBezTo>
                  <a:cubicBezTo>
                    <a:pt x="789074" y="2876577"/>
                    <a:pt x="791614" y="2886737"/>
                    <a:pt x="792884" y="2899437"/>
                  </a:cubicBezTo>
                  <a:lnTo>
                    <a:pt x="805584" y="2899437"/>
                  </a:lnTo>
                  <a:cubicBezTo>
                    <a:pt x="803044" y="2905787"/>
                    <a:pt x="800504" y="2909597"/>
                    <a:pt x="799234" y="2913407"/>
                  </a:cubicBezTo>
                  <a:cubicBezTo>
                    <a:pt x="799234" y="2919757"/>
                    <a:pt x="813204" y="2922297"/>
                    <a:pt x="803044" y="2931187"/>
                  </a:cubicBezTo>
                  <a:lnTo>
                    <a:pt x="805584" y="2936267"/>
                  </a:lnTo>
                  <a:cubicBezTo>
                    <a:pt x="818284" y="2952777"/>
                    <a:pt x="832254" y="2968017"/>
                    <a:pt x="846224" y="2987067"/>
                  </a:cubicBezTo>
                  <a:cubicBezTo>
                    <a:pt x="836064" y="2992147"/>
                    <a:pt x="827174" y="2997227"/>
                    <a:pt x="815744" y="3002307"/>
                  </a:cubicBezTo>
                  <a:cubicBezTo>
                    <a:pt x="827174" y="3003577"/>
                    <a:pt x="828444" y="3009927"/>
                    <a:pt x="824634" y="3018817"/>
                  </a:cubicBezTo>
                  <a:cubicBezTo>
                    <a:pt x="823364" y="3021357"/>
                    <a:pt x="825904" y="3027707"/>
                    <a:pt x="827174" y="3028977"/>
                  </a:cubicBezTo>
                  <a:cubicBezTo>
                    <a:pt x="841144" y="3032787"/>
                    <a:pt x="853844" y="3046757"/>
                    <a:pt x="870354" y="3041677"/>
                  </a:cubicBezTo>
                  <a:cubicBezTo>
                    <a:pt x="870354" y="3044217"/>
                    <a:pt x="869084" y="3048027"/>
                    <a:pt x="867814" y="3049297"/>
                  </a:cubicBezTo>
                  <a:cubicBezTo>
                    <a:pt x="857654" y="3054377"/>
                    <a:pt x="847494" y="3058187"/>
                    <a:pt x="837334" y="3063267"/>
                  </a:cubicBezTo>
                  <a:lnTo>
                    <a:pt x="852574" y="3070887"/>
                  </a:lnTo>
                  <a:cubicBezTo>
                    <a:pt x="855114" y="3067077"/>
                    <a:pt x="856384" y="3063267"/>
                    <a:pt x="858924" y="3059457"/>
                  </a:cubicBezTo>
                  <a:cubicBezTo>
                    <a:pt x="866544" y="3063267"/>
                    <a:pt x="872894" y="3065807"/>
                    <a:pt x="880514" y="3069617"/>
                  </a:cubicBezTo>
                  <a:cubicBezTo>
                    <a:pt x="876704" y="3072157"/>
                    <a:pt x="874164" y="3073427"/>
                    <a:pt x="871624" y="3074697"/>
                  </a:cubicBezTo>
                  <a:cubicBezTo>
                    <a:pt x="874164" y="3075967"/>
                    <a:pt x="876704" y="3078507"/>
                    <a:pt x="880514" y="3079777"/>
                  </a:cubicBezTo>
                  <a:cubicBezTo>
                    <a:pt x="884324" y="3081047"/>
                    <a:pt x="888134" y="3079777"/>
                    <a:pt x="890674" y="3081047"/>
                  </a:cubicBezTo>
                  <a:cubicBezTo>
                    <a:pt x="897024" y="3074697"/>
                    <a:pt x="902104" y="3067077"/>
                    <a:pt x="908454" y="3063267"/>
                  </a:cubicBezTo>
                  <a:cubicBezTo>
                    <a:pt x="916074" y="3059457"/>
                    <a:pt x="1123084" y="3037867"/>
                    <a:pt x="1130704" y="3036597"/>
                  </a:cubicBezTo>
                  <a:cubicBezTo>
                    <a:pt x="1140864" y="3035327"/>
                    <a:pt x="1152294" y="3036597"/>
                    <a:pt x="1162454" y="3037867"/>
                  </a:cubicBezTo>
                  <a:lnTo>
                    <a:pt x="1135784" y="3049297"/>
                  </a:lnTo>
                  <a:lnTo>
                    <a:pt x="1139594" y="3056917"/>
                  </a:lnTo>
                  <a:cubicBezTo>
                    <a:pt x="1152294" y="3055647"/>
                    <a:pt x="1162454" y="3055647"/>
                    <a:pt x="1172614" y="3053107"/>
                  </a:cubicBezTo>
                  <a:cubicBezTo>
                    <a:pt x="1178964" y="3051837"/>
                    <a:pt x="1189124" y="3053107"/>
                    <a:pt x="1190394" y="3042947"/>
                  </a:cubicBezTo>
                  <a:cubicBezTo>
                    <a:pt x="1199284" y="3049297"/>
                    <a:pt x="1208174" y="3050567"/>
                    <a:pt x="1219604" y="3045487"/>
                  </a:cubicBezTo>
                  <a:cubicBezTo>
                    <a:pt x="1225954" y="3042947"/>
                    <a:pt x="1233574" y="3042947"/>
                    <a:pt x="1239924" y="3041677"/>
                  </a:cubicBezTo>
                  <a:cubicBezTo>
                    <a:pt x="1255164" y="3040407"/>
                    <a:pt x="1270404" y="3039137"/>
                    <a:pt x="1285644" y="3036597"/>
                  </a:cubicBezTo>
                  <a:lnTo>
                    <a:pt x="1300884" y="3036597"/>
                  </a:lnTo>
                  <a:cubicBezTo>
                    <a:pt x="1302154" y="3034057"/>
                    <a:pt x="1302154" y="3030247"/>
                    <a:pt x="1302154" y="3030247"/>
                  </a:cubicBezTo>
                  <a:cubicBezTo>
                    <a:pt x="1316124" y="3030247"/>
                    <a:pt x="1327554" y="3031517"/>
                    <a:pt x="1340254" y="3031517"/>
                  </a:cubicBezTo>
                  <a:cubicBezTo>
                    <a:pt x="1354224" y="3031517"/>
                    <a:pt x="1360574" y="3022627"/>
                    <a:pt x="1355494" y="3008657"/>
                  </a:cubicBezTo>
                  <a:cubicBezTo>
                    <a:pt x="1359304" y="3008657"/>
                    <a:pt x="1364384" y="3009927"/>
                    <a:pt x="1366924" y="3009927"/>
                  </a:cubicBezTo>
                  <a:cubicBezTo>
                    <a:pt x="1368194" y="3015007"/>
                    <a:pt x="1366924" y="3021357"/>
                    <a:pt x="1369464" y="3022627"/>
                  </a:cubicBezTo>
                  <a:cubicBezTo>
                    <a:pt x="1373274" y="3025167"/>
                    <a:pt x="1379624" y="3025167"/>
                    <a:pt x="1384704" y="3023897"/>
                  </a:cubicBezTo>
                  <a:cubicBezTo>
                    <a:pt x="1391054" y="3022627"/>
                    <a:pt x="1398674" y="3016277"/>
                    <a:pt x="1401214" y="3018817"/>
                  </a:cubicBezTo>
                  <a:cubicBezTo>
                    <a:pt x="1413914" y="3028977"/>
                    <a:pt x="1422804" y="3020087"/>
                    <a:pt x="1429154" y="3015007"/>
                  </a:cubicBezTo>
                  <a:cubicBezTo>
                    <a:pt x="1434234" y="3016277"/>
                    <a:pt x="1436774" y="3020087"/>
                    <a:pt x="1439314" y="3018817"/>
                  </a:cubicBezTo>
                  <a:cubicBezTo>
                    <a:pt x="1445664" y="3017547"/>
                    <a:pt x="1453284" y="3016277"/>
                    <a:pt x="1459634" y="3015007"/>
                  </a:cubicBezTo>
                  <a:cubicBezTo>
                    <a:pt x="1473604" y="3011197"/>
                    <a:pt x="1488844" y="3008657"/>
                    <a:pt x="1502814" y="3008657"/>
                  </a:cubicBezTo>
                  <a:cubicBezTo>
                    <a:pt x="1521864" y="3007387"/>
                    <a:pt x="1539644" y="3002307"/>
                    <a:pt x="1558694" y="3001037"/>
                  </a:cubicBezTo>
                  <a:cubicBezTo>
                    <a:pt x="1567584" y="2999767"/>
                    <a:pt x="1576474" y="3002307"/>
                    <a:pt x="1585364" y="3003577"/>
                  </a:cubicBezTo>
                  <a:cubicBezTo>
                    <a:pt x="1587904" y="3003577"/>
                    <a:pt x="1591714" y="3003577"/>
                    <a:pt x="1591714" y="3002307"/>
                  </a:cubicBezTo>
                  <a:cubicBezTo>
                    <a:pt x="1591714" y="2989607"/>
                    <a:pt x="1612034" y="2995957"/>
                    <a:pt x="1609494" y="2981987"/>
                  </a:cubicBezTo>
                  <a:cubicBezTo>
                    <a:pt x="1612034" y="2983257"/>
                    <a:pt x="1614574" y="2983257"/>
                    <a:pt x="1615844" y="2985797"/>
                  </a:cubicBezTo>
                  <a:cubicBezTo>
                    <a:pt x="1619654" y="2989607"/>
                    <a:pt x="1622194" y="2993417"/>
                    <a:pt x="1626004" y="2997227"/>
                  </a:cubicBezTo>
                  <a:cubicBezTo>
                    <a:pt x="1626004" y="2992147"/>
                    <a:pt x="1626004" y="2988337"/>
                    <a:pt x="1624734" y="2983257"/>
                  </a:cubicBezTo>
                  <a:cubicBezTo>
                    <a:pt x="1637434" y="2989607"/>
                    <a:pt x="1650134" y="2995957"/>
                    <a:pt x="1659024" y="3001037"/>
                  </a:cubicBezTo>
                  <a:cubicBezTo>
                    <a:pt x="1667914" y="2994687"/>
                    <a:pt x="1675534" y="2992147"/>
                    <a:pt x="1680614" y="2985797"/>
                  </a:cubicBezTo>
                  <a:cubicBezTo>
                    <a:pt x="1685694" y="2978177"/>
                    <a:pt x="1684424" y="2976907"/>
                    <a:pt x="1693314" y="2983257"/>
                  </a:cubicBezTo>
                  <a:cubicBezTo>
                    <a:pt x="1692044" y="2984527"/>
                    <a:pt x="1689504" y="2985797"/>
                    <a:pt x="1686964" y="2988337"/>
                  </a:cubicBezTo>
                  <a:cubicBezTo>
                    <a:pt x="1702204" y="2984527"/>
                    <a:pt x="1716174" y="2976907"/>
                    <a:pt x="1731414" y="2978177"/>
                  </a:cubicBezTo>
                  <a:cubicBezTo>
                    <a:pt x="1746654" y="2978177"/>
                    <a:pt x="1761894" y="2980717"/>
                    <a:pt x="1775864" y="2971827"/>
                  </a:cubicBezTo>
                  <a:cubicBezTo>
                    <a:pt x="1777134" y="2975637"/>
                    <a:pt x="1777134" y="2979447"/>
                    <a:pt x="1779674" y="2980717"/>
                  </a:cubicBezTo>
                  <a:cubicBezTo>
                    <a:pt x="1783484" y="2983257"/>
                    <a:pt x="1789834" y="2984527"/>
                    <a:pt x="1791104" y="2983257"/>
                  </a:cubicBezTo>
                  <a:cubicBezTo>
                    <a:pt x="1798724" y="2971827"/>
                    <a:pt x="1811424" y="2973097"/>
                    <a:pt x="1819044" y="2979447"/>
                  </a:cubicBezTo>
                  <a:cubicBezTo>
                    <a:pt x="1829204" y="2987067"/>
                    <a:pt x="1835554" y="2980717"/>
                    <a:pt x="1844444" y="2979447"/>
                  </a:cubicBezTo>
                  <a:cubicBezTo>
                    <a:pt x="1836824" y="2975637"/>
                    <a:pt x="1830474" y="2971827"/>
                    <a:pt x="1824124" y="2969287"/>
                  </a:cubicBezTo>
                  <a:cubicBezTo>
                    <a:pt x="1825394" y="2968017"/>
                    <a:pt x="1825394" y="2966747"/>
                    <a:pt x="1826664" y="2965477"/>
                  </a:cubicBezTo>
                  <a:cubicBezTo>
                    <a:pt x="1830474" y="2966747"/>
                    <a:pt x="1835554" y="2968017"/>
                    <a:pt x="1839364" y="2970557"/>
                  </a:cubicBezTo>
                  <a:cubicBezTo>
                    <a:pt x="1840634" y="2965477"/>
                    <a:pt x="1843174" y="2961667"/>
                    <a:pt x="1844444" y="2957857"/>
                  </a:cubicBezTo>
                  <a:cubicBezTo>
                    <a:pt x="1857144" y="2964207"/>
                    <a:pt x="1868574" y="2969287"/>
                    <a:pt x="1882544" y="2960397"/>
                  </a:cubicBezTo>
                  <a:cubicBezTo>
                    <a:pt x="1885084" y="2959127"/>
                    <a:pt x="1895244" y="2951507"/>
                    <a:pt x="1892704" y="2964207"/>
                  </a:cubicBezTo>
                  <a:cubicBezTo>
                    <a:pt x="1886354" y="2968017"/>
                    <a:pt x="1880004" y="2971827"/>
                    <a:pt x="1873654" y="2974367"/>
                  </a:cubicBezTo>
                  <a:cubicBezTo>
                    <a:pt x="1873654" y="2975637"/>
                    <a:pt x="1874924" y="2975637"/>
                    <a:pt x="1874924" y="2976907"/>
                  </a:cubicBezTo>
                  <a:cubicBezTo>
                    <a:pt x="1882544" y="2975637"/>
                    <a:pt x="1891434" y="2974367"/>
                    <a:pt x="1900324" y="2973097"/>
                  </a:cubicBezTo>
                  <a:cubicBezTo>
                    <a:pt x="1897784" y="2969287"/>
                    <a:pt x="1896514" y="2966747"/>
                    <a:pt x="1895244" y="2964207"/>
                  </a:cubicBezTo>
                  <a:cubicBezTo>
                    <a:pt x="1904134" y="2965477"/>
                    <a:pt x="1914294" y="2966747"/>
                    <a:pt x="1923184" y="2965477"/>
                  </a:cubicBezTo>
                  <a:cubicBezTo>
                    <a:pt x="1942234" y="2964207"/>
                    <a:pt x="1956204" y="2945157"/>
                    <a:pt x="1979064" y="2952777"/>
                  </a:cubicBezTo>
                  <a:cubicBezTo>
                    <a:pt x="1986684" y="2955317"/>
                    <a:pt x="2004464" y="2952777"/>
                    <a:pt x="2005734" y="2936267"/>
                  </a:cubicBezTo>
                  <a:cubicBezTo>
                    <a:pt x="2005734" y="2940077"/>
                    <a:pt x="2005734" y="2945157"/>
                    <a:pt x="2007004" y="2947697"/>
                  </a:cubicBezTo>
                  <a:cubicBezTo>
                    <a:pt x="2019704" y="2943887"/>
                    <a:pt x="2031134" y="2940077"/>
                    <a:pt x="2043834" y="2936267"/>
                  </a:cubicBezTo>
                  <a:cubicBezTo>
                    <a:pt x="2043834" y="2937537"/>
                    <a:pt x="2041294" y="2941347"/>
                    <a:pt x="2042564" y="2943887"/>
                  </a:cubicBezTo>
                  <a:cubicBezTo>
                    <a:pt x="2042564" y="2947697"/>
                    <a:pt x="2045104" y="2951507"/>
                    <a:pt x="2047644" y="2954047"/>
                  </a:cubicBezTo>
                  <a:cubicBezTo>
                    <a:pt x="2048914" y="2955317"/>
                    <a:pt x="2055264" y="2954047"/>
                    <a:pt x="2055264" y="2952777"/>
                  </a:cubicBezTo>
                  <a:cubicBezTo>
                    <a:pt x="2057804" y="2941347"/>
                    <a:pt x="2066694" y="2942617"/>
                    <a:pt x="2075584" y="2942617"/>
                  </a:cubicBezTo>
                  <a:cubicBezTo>
                    <a:pt x="2083204" y="2942617"/>
                    <a:pt x="2092094" y="2941347"/>
                    <a:pt x="2100984" y="2940077"/>
                  </a:cubicBezTo>
                  <a:cubicBezTo>
                    <a:pt x="2104794" y="2933727"/>
                    <a:pt x="2107334" y="2923567"/>
                    <a:pt x="2120034" y="2936267"/>
                  </a:cubicBezTo>
                  <a:cubicBezTo>
                    <a:pt x="2125114" y="2941347"/>
                    <a:pt x="2137814" y="2940077"/>
                    <a:pt x="2139084" y="2929917"/>
                  </a:cubicBezTo>
                  <a:lnTo>
                    <a:pt x="2192424" y="2929917"/>
                  </a:lnTo>
                  <a:lnTo>
                    <a:pt x="2192424" y="2932457"/>
                  </a:lnTo>
                  <a:cubicBezTo>
                    <a:pt x="2198774" y="2931187"/>
                    <a:pt x="2205124" y="2928647"/>
                    <a:pt x="2210204" y="2927377"/>
                  </a:cubicBezTo>
                  <a:cubicBezTo>
                    <a:pt x="2214014" y="2933727"/>
                    <a:pt x="2217824" y="2940077"/>
                    <a:pt x="2222904" y="2947697"/>
                  </a:cubicBezTo>
                  <a:cubicBezTo>
                    <a:pt x="2231794" y="2923567"/>
                    <a:pt x="2241954" y="2918487"/>
                    <a:pt x="2259734" y="2927377"/>
                  </a:cubicBezTo>
                  <a:cubicBezTo>
                    <a:pt x="2262274" y="2928647"/>
                    <a:pt x="2262274" y="2934997"/>
                    <a:pt x="2263544" y="2940077"/>
                  </a:cubicBezTo>
                  <a:cubicBezTo>
                    <a:pt x="2264814" y="2938807"/>
                    <a:pt x="2272434" y="2936267"/>
                    <a:pt x="2272434" y="2934997"/>
                  </a:cubicBezTo>
                  <a:cubicBezTo>
                    <a:pt x="2271164" y="2924837"/>
                    <a:pt x="2285134" y="2932457"/>
                    <a:pt x="2283864" y="2924837"/>
                  </a:cubicBezTo>
                  <a:cubicBezTo>
                    <a:pt x="2295294" y="2929917"/>
                    <a:pt x="2297834" y="2922297"/>
                    <a:pt x="2300374" y="2917217"/>
                  </a:cubicBezTo>
                  <a:cubicBezTo>
                    <a:pt x="2295294" y="2913407"/>
                    <a:pt x="2292754" y="2910867"/>
                    <a:pt x="2288944" y="2907057"/>
                  </a:cubicBezTo>
                  <a:cubicBezTo>
                    <a:pt x="2290214" y="2905787"/>
                    <a:pt x="2290214" y="2904517"/>
                    <a:pt x="2291484" y="2903247"/>
                  </a:cubicBezTo>
                  <a:cubicBezTo>
                    <a:pt x="2301644" y="2909597"/>
                    <a:pt x="2311804" y="2915947"/>
                    <a:pt x="2318154" y="2919757"/>
                  </a:cubicBezTo>
                  <a:cubicBezTo>
                    <a:pt x="2328314" y="2918487"/>
                    <a:pt x="2337204" y="2918487"/>
                    <a:pt x="2346094" y="2917217"/>
                  </a:cubicBezTo>
                  <a:cubicBezTo>
                    <a:pt x="2354984" y="2915947"/>
                    <a:pt x="2363874" y="2912137"/>
                    <a:pt x="2374034" y="2909597"/>
                  </a:cubicBezTo>
                  <a:cubicBezTo>
                    <a:pt x="2375304" y="2912137"/>
                    <a:pt x="2376574" y="2913407"/>
                    <a:pt x="2377844" y="2915947"/>
                  </a:cubicBezTo>
                  <a:cubicBezTo>
                    <a:pt x="2381654" y="2910867"/>
                    <a:pt x="2384194" y="2905787"/>
                    <a:pt x="2389274" y="2896897"/>
                  </a:cubicBezTo>
                  <a:lnTo>
                    <a:pt x="2389274" y="2917217"/>
                  </a:lnTo>
                  <a:cubicBezTo>
                    <a:pt x="2400704" y="2909597"/>
                    <a:pt x="2409594" y="2903247"/>
                    <a:pt x="2417214" y="2896897"/>
                  </a:cubicBezTo>
                  <a:cubicBezTo>
                    <a:pt x="2422294" y="2905787"/>
                    <a:pt x="2426104" y="2914677"/>
                    <a:pt x="2429914" y="2922297"/>
                  </a:cubicBezTo>
                  <a:cubicBezTo>
                    <a:pt x="2431184" y="2922297"/>
                    <a:pt x="2431184" y="2921027"/>
                    <a:pt x="2432454" y="2921027"/>
                  </a:cubicBezTo>
                  <a:cubicBezTo>
                    <a:pt x="2431184" y="2915947"/>
                    <a:pt x="2429914" y="2910867"/>
                    <a:pt x="2427374" y="2904517"/>
                  </a:cubicBezTo>
                  <a:lnTo>
                    <a:pt x="2492144" y="2904517"/>
                  </a:lnTo>
                  <a:cubicBezTo>
                    <a:pt x="2498494" y="2893087"/>
                    <a:pt x="2512464" y="2891817"/>
                    <a:pt x="2523894" y="2903247"/>
                  </a:cubicBezTo>
                  <a:cubicBezTo>
                    <a:pt x="2540404" y="2919757"/>
                    <a:pt x="2542944" y="2919757"/>
                    <a:pt x="2553104" y="2895627"/>
                  </a:cubicBezTo>
                  <a:cubicBezTo>
                    <a:pt x="2558184" y="2898167"/>
                    <a:pt x="2563264" y="2900707"/>
                    <a:pt x="2569614" y="2904517"/>
                  </a:cubicBezTo>
                  <a:cubicBezTo>
                    <a:pt x="2577234" y="2888007"/>
                    <a:pt x="2589934" y="2888007"/>
                    <a:pt x="2605174" y="2893087"/>
                  </a:cubicBezTo>
                  <a:cubicBezTo>
                    <a:pt x="2612794" y="2895627"/>
                    <a:pt x="2621684" y="2890547"/>
                    <a:pt x="2630574" y="2888007"/>
                  </a:cubicBezTo>
                  <a:lnTo>
                    <a:pt x="2636924" y="2894357"/>
                  </a:lnTo>
                  <a:cubicBezTo>
                    <a:pt x="2644544" y="2891817"/>
                    <a:pt x="2650894" y="2890547"/>
                    <a:pt x="2657244" y="2888007"/>
                  </a:cubicBezTo>
                  <a:cubicBezTo>
                    <a:pt x="2658514" y="2891817"/>
                    <a:pt x="2658514" y="2894357"/>
                    <a:pt x="2659784" y="2900707"/>
                  </a:cubicBezTo>
                  <a:cubicBezTo>
                    <a:pt x="2664864" y="2895627"/>
                    <a:pt x="2668674" y="2890547"/>
                    <a:pt x="2675024" y="2884197"/>
                  </a:cubicBezTo>
                  <a:cubicBezTo>
                    <a:pt x="2680104" y="2890547"/>
                    <a:pt x="2683914" y="2896897"/>
                    <a:pt x="2688994" y="2903247"/>
                  </a:cubicBezTo>
                  <a:cubicBezTo>
                    <a:pt x="2697884" y="2903247"/>
                    <a:pt x="2711854" y="2910867"/>
                    <a:pt x="2714394" y="2890547"/>
                  </a:cubicBezTo>
                  <a:cubicBezTo>
                    <a:pt x="2714394" y="2888007"/>
                    <a:pt x="2722014" y="2884197"/>
                    <a:pt x="2725824" y="2882927"/>
                  </a:cubicBezTo>
                  <a:cubicBezTo>
                    <a:pt x="2733444" y="2881657"/>
                    <a:pt x="2741064" y="2880387"/>
                    <a:pt x="2748684" y="2880387"/>
                  </a:cubicBezTo>
                  <a:cubicBezTo>
                    <a:pt x="2746144" y="2875307"/>
                    <a:pt x="2743604" y="2871497"/>
                    <a:pt x="2739794" y="2865147"/>
                  </a:cubicBezTo>
                  <a:cubicBezTo>
                    <a:pt x="2749954" y="2867687"/>
                    <a:pt x="2757574" y="2867687"/>
                    <a:pt x="2763924" y="2870227"/>
                  </a:cubicBezTo>
                  <a:cubicBezTo>
                    <a:pt x="2777894" y="2876577"/>
                    <a:pt x="2789324" y="2876577"/>
                    <a:pt x="2803294" y="2866417"/>
                  </a:cubicBezTo>
                  <a:cubicBezTo>
                    <a:pt x="2800754" y="2865147"/>
                    <a:pt x="2798214" y="2862607"/>
                    <a:pt x="2795674" y="2861337"/>
                  </a:cubicBezTo>
                  <a:cubicBezTo>
                    <a:pt x="2796944" y="2857527"/>
                    <a:pt x="2799484" y="2853717"/>
                    <a:pt x="2800754" y="2849907"/>
                  </a:cubicBezTo>
                  <a:cubicBezTo>
                    <a:pt x="2805834" y="2834667"/>
                    <a:pt x="2818534" y="2844827"/>
                    <a:pt x="2827424" y="2841017"/>
                  </a:cubicBezTo>
                  <a:cubicBezTo>
                    <a:pt x="2827424" y="2841017"/>
                    <a:pt x="2832504" y="2846097"/>
                    <a:pt x="2833774" y="2849907"/>
                  </a:cubicBezTo>
                  <a:cubicBezTo>
                    <a:pt x="2837584" y="2857527"/>
                    <a:pt x="2840124" y="2866417"/>
                    <a:pt x="2843934" y="2875307"/>
                  </a:cubicBezTo>
                  <a:cubicBezTo>
                    <a:pt x="2866794" y="2861337"/>
                    <a:pt x="2887114" y="2866417"/>
                    <a:pt x="2907434" y="2868957"/>
                  </a:cubicBezTo>
                  <a:cubicBezTo>
                    <a:pt x="2902354" y="2866417"/>
                    <a:pt x="2898544" y="2863877"/>
                    <a:pt x="2894734" y="2861337"/>
                  </a:cubicBezTo>
                  <a:cubicBezTo>
                    <a:pt x="2894734" y="2860067"/>
                    <a:pt x="2896004" y="2858797"/>
                    <a:pt x="2896004" y="2857527"/>
                  </a:cubicBezTo>
                  <a:cubicBezTo>
                    <a:pt x="2901084" y="2858797"/>
                    <a:pt x="2907434" y="2861337"/>
                    <a:pt x="2912514" y="2862607"/>
                  </a:cubicBezTo>
                  <a:cubicBezTo>
                    <a:pt x="2912514" y="2861337"/>
                    <a:pt x="2912514" y="2860067"/>
                    <a:pt x="2911244" y="2858797"/>
                  </a:cubicBezTo>
                  <a:cubicBezTo>
                    <a:pt x="2915054" y="2857527"/>
                    <a:pt x="2921404" y="2854987"/>
                    <a:pt x="2922674" y="2856257"/>
                  </a:cubicBezTo>
                  <a:cubicBezTo>
                    <a:pt x="2930294" y="2871497"/>
                    <a:pt x="2942994" y="2860067"/>
                    <a:pt x="2954424" y="2863877"/>
                  </a:cubicBezTo>
                  <a:cubicBezTo>
                    <a:pt x="2951884" y="2853717"/>
                    <a:pt x="2950614" y="2846097"/>
                    <a:pt x="2949344" y="2841017"/>
                  </a:cubicBezTo>
                  <a:cubicBezTo>
                    <a:pt x="2954424" y="2835937"/>
                    <a:pt x="2959504" y="2832127"/>
                    <a:pt x="2967124" y="2827047"/>
                  </a:cubicBezTo>
                  <a:cubicBezTo>
                    <a:pt x="2967124" y="2833397"/>
                    <a:pt x="2965854" y="2839747"/>
                    <a:pt x="2965854" y="2846097"/>
                  </a:cubicBezTo>
                  <a:cubicBezTo>
                    <a:pt x="2965854" y="2852447"/>
                    <a:pt x="2967124" y="2858797"/>
                    <a:pt x="2969664" y="2862607"/>
                  </a:cubicBezTo>
                  <a:cubicBezTo>
                    <a:pt x="2970934" y="2865147"/>
                    <a:pt x="2978554" y="2862607"/>
                    <a:pt x="2983634" y="2861337"/>
                  </a:cubicBezTo>
                  <a:cubicBezTo>
                    <a:pt x="2992524" y="2857527"/>
                    <a:pt x="3001414" y="2852447"/>
                    <a:pt x="3010304" y="2862607"/>
                  </a:cubicBezTo>
                  <a:cubicBezTo>
                    <a:pt x="3011574" y="2863877"/>
                    <a:pt x="3016654" y="2862607"/>
                    <a:pt x="3019194" y="2860067"/>
                  </a:cubicBezTo>
                  <a:cubicBezTo>
                    <a:pt x="3025544" y="2853717"/>
                    <a:pt x="3030624" y="2844827"/>
                    <a:pt x="3038244" y="2858797"/>
                  </a:cubicBezTo>
                  <a:cubicBezTo>
                    <a:pt x="3039514" y="2860067"/>
                    <a:pt x="3047134" y="2860067"/>
                    <a:pt x="3050944" y="2858797"/>
                  </a:cubicBezTo>
                  <a:cubicBezTo>
                    <a:pt x="3059834" y="2854987"/>
                    <a:pt x="3067454" y="2851177"/>
                    <a:pt x="3076344" y="2846097"/>
                  </a:cubicBezTo>
                  <a:cubicBezTo>
                    <a:pt x="3075074" y="2849907"/>
                    <a:pt x="3073804" y="2852447"/>
                    <a:pt x="3073804" y="2854987"/>
                  </a:cubicBezTo>
                  <a:cubicBezTo>
                    <a:pt x="3083964" y="2860067"/>
                    <a:pt x="3092854" y="2862607"/>
                    <a:pt x="3100474" y="2851177"/>
                  </a:cubicBezTo>
                  <a:cubicBezTo>
                    <a:pt x="3103014" y="2847367"/>
                    <a:pt x="3111904" y="2847367"/>
                    <a:pt x="3118254" y="2846097"/>
                  </a:cubicBezTo>
                  <a:cubicBezTo>
                    <a:pt x="3114444" y="2842287"/>
                    <a:pt x="3109364" y="2839747"/>
                    <a:pt x="3104284" y="2835937"/>
                  </a:cubicBezTo>
                  <a:cubicBezTo>
                    <a:pt x="3125874" y="2823237"/>
                    <a:pt x="3128414" y="2824507"/>
                    <a:pt x="3128414" y="2842287"/>
                  </a:cubicBezTo>
                  <a:cubicBezTo>
                    <a:pt x="3130954" y="2837207"/>
                    <a:pt x="3132224" y="2833397"/>
                    <a:pt x="3136034" y="2825777"/>
                  </a:cubicBezTo>
                  <a:cubicBezTo>
                    <a:pt x="3155084" y="2827047"/>
                    <a:pt x="3174134" y="2829587"/>
                    <a:pt x="3194454" y="2830857"/>
                  </a:cubicBezTo>
                  <a:lnTo>
                    <a:pt x="3194454" y="2837207"/>
                  </a:lnTo>
                  <a:lnTo>
                    <a:pt x="3186834" y="2837207"/>
                  </a:lnTo>
                  <a:cubicBezTo>
                    <a:pt x="3171594" y="2838477"/>
                    <a:pt x="3156354" y="2838477"/>
                    <a:pt x="3141114" y="2839747"/>
                  </a:cubicBezTo>
                  <a:cubicBezTo>
                    <a:pt x="3146194" y="2842287"/>
                    <a:pt x="3152544" y="2846097"/>
                    <a:pt x="3157624" y="2848637"/>
                  </a:cubicBezTo>
                  <a:cubicBezTo>
                    <a:pt x="3160164" y="2842287"/>
                    <a:pt x="3161434" y="2843557"/>
                    <a:pt x="3167784" y="2846097"/>
                  </a:cubicBezTo>
                  <a:cubicBezTo>
                    <a:pt x="3176674" y="2848637"/>
                    <a:pt x="3186834" y="2848637"/>
                    <a:pt x="3196994" y="2849907"/>
                  </a:cubicBezTo>
                  <a:cubicBezTo>
                    <a:pt x="3202074" y="2849907"/>
                    <a:pt x="3207154" y="2851177"/>
                    <a:pt x="3213504" y="2852447"/>
                  </a:cubicBezTo>
                  <a:cubicBezTo>
                    <a:pt x="3214774" y="2848637"/>
                    <a:pt x="3217314" y="2843557"/>
                    <a:pt x="3219854" y="2837207"/>
                  </a:cubicBezTo>
                  <a:cubicBezTo>
                    <a:pt x="3233824" y="2860067"/>
                    <a:pt x="3243984" y="2858797"/>
                    <a:pt x="3260494" y="2835937"/>
                  </a:cubicBezTo>
                  <a:cubicBezTo>
                    <a:pt x="3260494" y="2839747"/>
                    <a:pt x="3261764" y="2842287"/>
                    <a:pt x="3261764" y="2844827"/>
                  </a:cubicBezTo>
                  <a:cubicBezTo>
                    <a:pt x="3266844" y="2844827"/>
                    <a:pt x="3270654" y="2844827"/>
                    <a:pt x="3275734" y="2843557"/>
                  </a:cubicBezTo>
                  <a:cubicBezTo>
                    <a:pt x="3274464" y="2846097"/>
                    <a:pt x="3273194" y="2848637"/>
                    <a:pt x="3271924" y="2849907"/>
                  </a:cubicBezTo>
                  <a:lnTo>
                    <a:pt x="3274464" y="2852447"/>
                  </a:lnTo>
                  <a:cubicBezTo>
                    <a:pt x="3278274" y="2848637"/>
                    <a:pt x="3282084" y="2844827"/>
                    <a:pt x="3288434" y="2839747"/>
                  </a:cubicBezTo>
                  <a:cubicBezTo>
                    <a:pt x="3293514" y="2842287"/>
                    <a:pt x="3299864" y="2844827"/>
                    <a:pt x="3304944" y="2847367"/>
                  </a:cubicBezTo>
                  <a:cubicBezTo>
                    <a:pt x="3310024" y="2843557"/>
                    <a:pt x="3316374" y="2839747"/>
                    <a:pt x="3322724" y="2835937"/>
                  </a:cubicBezTo>
                  <a:cubicBezTo>
                    <a:pt x="3331614" y="2853717"/>
                    <a:pt x="3343044" y="2856257"/>
                    <a:pt x="3353204" y="2843557"/>
                  </a:cubicBezTo>
                  <a:cubicBezTo>
                    <a:pt x="3368444" y="2844827"/>
                    <a:pt x="3381144" y="2846097"/>
                    <a:pt x="3390034" y="2846097"/>
                  </a:cubicBezTo>
                  <a:cubicBezTo>
                    <a:pt x="3391304" y="2837207"/>
                    <a:pt x="3392574" y="2830857"/>
                    <a:pt x="3393844" y="2824507"/>
                  </a:cubicBezTo>
                  <a:cubicBezTo>
                    <a:pt x="3398924" y="2825777"/>
                    <a:pt x="3402734" y="2827047"/>
                    <a:pt x="3407814" y="2828317"/>
                  </a:cubicBezTo>
                  <a:cubicBezTo>
                    <a:pt x="3410354" y="2829587"/>
                    <a:pt x="3412894" y="2832127"/>
                    <a:pt x="3415434" y="2833397"/>
                  </a:cubicBezTo>
                  <a:cubicBezTo>
                    <a:pt x="3411624" y="2834667"/>
                    <a:pt x="3407814" y="2834667"/>
                    <a:pt x="3404004" y="2835937"/>
                  </a:cubicBezTo>
                  <a:cubicBezTo>
                    <a:pt x="3415434" y="2846097"/>
                    <a:pt x="3424324" y="2843557"/>
                    <a:pt x="3433214" y="2835937"/>
                  </a:cubicBezTo>
                  <a:cubicBezTo>
                    <a:pt x="3429404" y="2846097"/>
                    <a:pt x="3440834" y="2844827"/>
                    <a:pt x="3442104" y="2844827"/>
                  </a:cubicBezTo>
                  <a:cubicBezTo>
                    <a:pt x="3458614" y="2838477"/>
                    <a:pt x="3473854" y="2834667"/>
                    <a:pt x="3491634" y="2844827"/>
                  </a:cubicBezTo>
                  <a:cubicBezTo>
                    <a:pt x="3494174" y="2832127"/>
                    <a:pt x="3496714" y="2821967"/>
                    <a:pt x="3497984" y="2811807"/>
                  </a:cubicBezTo>
                  <a:cubicBezTo>
                    <a:pt x="3504334" y="2813077"/>
                    <a:pt x="3509414" y="2813077"/>
                    <a:pt x="3515764" y="2814347"/>
                  </a:cubicBezTo>
                  <a:cubicBezTo>
                    <a:pt x="3520844" y="2814347"/>
                    <a:pt x="3525924" y="2815617"/>
                    <a:pt x="3531004" y="2815617"/>
                  </a:cubicBezTo>
                  <a:lnTo>
                    <a:pt x="3531004" y="2819427"/>
                  </a:lnTo>
                  <a:cubicBezTo>
                    <a:pt x="3525924" y="2820697"/>
                    <a:pt x="3522114" y="2821967"/>
                    <a:pt x="3517034" y="2823237"/>
                  </a:cubicBezTo>
                  <a:lnTo>
                    <a:pt x="3517034" y="2827047"/>
                  </a:lnTo>
                  <a:cubicBezTo>
                    <a:pt x="3534814" y="2830857"/>
                    <a:pt x="3551324" y="2834667"/>
                    <a:pt x="3569104" y="2837207"/>
                  </a:cubicBezTo>
                  <a:cubicBezTo>
                    <a:pt x="3572914" y="2838477"/>
                    <a:pt x="3577994" y="2834667"/>
                    <a:pt x="3584344" y="2830857"/>
                  </a:cubicBezTo>
                  <a:cubicBezTo>
                    <a:pt x="3586884" y="2832127"/>
                    <a:pt x="3593234" y="2834667"/>
                    <a:pt x="3600854" y="2835937"/>
                  </a:cubicBezTo>
                  <a:cubicBezTo>
                    <a:pt x="3619904" y="2838477"/>
                    <a:pt x="3640224" y="2841017"/>
                    <a:pt x="3655464" y="2824507"/>
                  </a:cubicBezTo>
                  <a:cubicBezTo>
                    <a:pt x="3656734" y="2838477"/>
                    <a:pt x="3669434" y="2829587"/>
                    <a:pt x="3675784" y="2834667"/>
                  </a:cubicBezTo>
                  <a:cubicBezTo>
                    <a:pt x="3675784" y="2834667"/>
                    <a:pt x="3682134" y="2829587"/>
                    <a:pt x="3684674" y="2827047"/>
                  </a:cubicBezTo>
                  <a:cubicBezTo>
                    <a:pt x="3684674" y="2827047"/>
                    <a:pt x="3683404" y="2825777"/>
                    <a:pt x="3683404" y="2824507"/>
                  </a:cubicBezTo>
                  <a:cubicBezTo>
                    <a:pt x="3685944" y="2825777"/>
                    <a:pt x="3687214" y="2829587"/>
                    <a:pt x="3689754" y="2828317"/>
                  </a:cubicBezTo>
                  <a:cubicBezTo>
                    <a:pt x="3701184" y="2828317"/>
                    <a:pt x="3711344" y="2827047"/>
                    <a:pt x="3718964" y="2827047"/>
                  </a:cubicBezTo>
                  <a:cubicBezTo>
                    <a:pt x="3725314" y="2830857"/>
                    <a:pt x="3729124" y="2834667"/>
                    <a:pt x="3731664" y="2833397"/>
                  </a:cubicBezTo>
                  <a:cubicBezTo>
                    <a:pt x="3746904" y="2832127"/>
                    <a:pt x="3760874" y="2828317"/>
                    <a:pt x="3774844" y="2828317"/>
                  </a:cubicBezTo>
                  <a:cubicBezTo>
                    <a:pt x="3788814" y="2835937"/>
                    <a:pt x="3786274" y="2821967"/>
                    <a:pt x="3783734" y="2814347"/>
                  </a:cubicBezTo>
                  <a:cubicBezTo>
                    <a:pt x="3788814" y="2809267"/>
                    <a:pt x="3793894" y="2805457"/>
                    <a:pt x="3795164" y="2804187"/>
                  </a:cubicBezTo>
                  <a:cubicBezTo>
                    <a:pt x="3802784" y="2804187"/>
                    <a:pt x="3807864" y="2805457"/>
                    <a:pt x="3811674" y="2804187"/>
                  </a:cubicBezTo>
                  <a:cubicBezTo>
                    <a:pt x="3816754" y="2800377"/>
                    <a:pt x="3820564" y="2794027"/>
                    <a:pt x="3826914" y="2786407"/>
                  </a:cubicBezTo>
                  <a:cubicBezTo>
                    <a:pt x="3834534" y="2785137"/>
                    <a:pt x="3847234" y="2782597"/>
                    <a:pt x="3861204" y="2780057"/>
                  </a:cubicBezTo>
                  <a:cubicBezTo>
                    <a:pt x="3861204" y="2780057"/>
                    <a:pt x="3861204" y="2777517"/>
                    <a:pt x="3862474" y="2774977"/>
                  </a:cubicBezTo>
                  <a:cubicBezTo>
                    <a:pt x="3867554" y="2767357"/>
                    <a:pt x="3880254" y="2764817"/>
                    <a:pt x="3872634" y="2750847"/>
                  </a:cubicBezTo>
                  <a:cubicBezTo>
                    <a:pt x="3871364" y="2748307"/>
                    <a:pt x="3871364" y="2740687"/>
                    <a:pt x="3873904" y="2738147"/>
                  </a:cubicBezTo>
                  <a:cubicBezTo>
                    <a:pt x="3882794" y="2726717"/>
                    <a:pt x="3882794" y="2725447"/>
                    <a:pt x="3867554" y="2720367"/>
                  </a:cubicBezTo>
                  <a:cubicBezTo>
                    <a:pt x="3868824" y="2711477"/>
                    <a:pt x="3859934" y="2700047"/>
                    <a:pt x="3872634" y="2698777"/>
                  </a:cubicBezTo>
                  <a:cubicBezTo>
                    <a:pt x="3876444" y="2691157"/>
                    <a:pt x="3877714" y="2687347"/>
                    <a:pt x="3880254" y="2683537"/>
                  </a:cubicBezTo>
                  <a:cubicBezTo>
                    <a:pt x="3881524" y="2680997"/>
                    <a:pt x="3885334" y="2678457"/>
                    <a:pt x="3885334" y="2675917"/>
                  </a:cubicBezTo>
                  <a:cubicBezTo>
                    <a:pt x="3885334" y="2670837"/>
                    <a:pt x="3882794" y="2664487"/>
                    <a:pt x="3884064" y="2660677"/>
                  </a:cubicBezTo>
                  <a:cubicBezTo>
                    <a:pt x="3887874" y="2646707"/>
                    <a:pt x="3889144" y="2634007"/>
                    <a:pt x="3866284" y="2628927"/>
                  </a:cubicBezTo>
                  <a:cubicBezTo>
                    <a:pt x="3875174" y="2625117"/>
                    <a:pt x="3878984" y="2622577"/>
                    <a:pt x="3885334" y="2620037"/>
                  </a:cubicBezTo>
                  <a:cubicBezTo>
                    <a:pt x="3875174" y="2614957"/>
                    <a:pt x="3866284" y="2611147"/>
                    <a:pt x="3854854" y="2606067"/>
                  </a:cubicBezTo>
                  <a:lnTo>
                    <a:pt x="3866284" y="2606067"/>
                  </a:lnTo>
                  <a:lnTo>
                    <a:pt x="3866284" y="2602257"/>
                  </a:lnTo>
                  <a:cubicBezTo>
                    <a:pt x="3859934" y="2602257"/>
                    <a:pt x="3854854" y="2600987"/>
                    <a:pt x="3848504" y="2600987"/>
                  </a:cubicBezTo>
                  <a:cubicBezTo>
                    <a:pt x="3848504" y="2602257"/>
                    <a:pt x="3848504" y="2603527"/>
                    <a:pt x="3847234" y="2604797"/>
                  </a:cubicBezTo>
                  <a:cubicBezTo>
                    <a:pt x="3845964" y="2602257"/>
                    <a:pt x="3844694" y="2599717"/>
                    <a:pt x="3843424" y="2595907"/>
                  </a:cubicBezTo>
                  <a:cubicBezTo>
                    <a:pt x="3876444" y="2588287"/>
                    <a:pt x="4097424" y="2564157"/>
                    <a:pt x="4077104" y="2560347"/>
                  </a:cubicBezTo>
                  <a:cubicBezTo>
                    <a:pt x="4087264" y="2551457"/>
                    <a:pt x="4083454" y="2536217"/>
                    <a:pt x="4101234" y="2534947"/>
                  </a:cubicBezTo>
                  <a:cubicBezTo>
                    <a:pt x="4106314" y="2534947"/>
                    <a:pt x="4115204" y="2526057"/>
                    <a:pt x="4116474" y="2519707"/>
                  </a:cubicBezTo>
                  <a:cubicBezTo>
                    <a:pt x="4119014" y="2510817"/>
                    <a:pt x="4116474" y="2499387"/>
                    <a:pt x="4119014" y="2490497"/>
                  </a:cubicBezTo>
                  <a:cubicBezTo>
                    <a:pt x="4121554" y="2477797"/>
                    <a:pt x="4126634" y="2465097"/>
                    <a:pt x="4130444" y="2454937"/>
                  </a:cubicBezTo>
                  <a:cubicBezTo>
                    <a:pt x="4126634" y="2448587"/>
                    <a:pt x="4122824" y="2442237"/>
                    <a:pt x="4120284" y="2438427"/>
                  </a:cubicBezTo>
                  <a:cubicBezTo>
                    <a:pt x="4125364" y="2434617"/>
                    <a:pt x="4127904" y="2432077"/>
                    <a:pt x="4131714" y="2430807"/>
                  </a:cubicBezTo>
                  <a:cubicBezTo>
                    <a:pt x="4130444" y="2429537"/>
                    <a:pt x="4130444" y="2428267"/>
                    <a:pt x="4129174" y="2426997"/>
                  </a:cubicBezTo>
                  <a:cubicBezTo>
                    <a:pt x="4125364" y="2428267"/>
                    <a:pt x="4121554" y="2429537"/>
                    <a:pt x="4117744" y="2430807"/>
                  </a:cubicBezTo>
                  <a:cubicBezTo>
                    <a:pt x="4139334" y="2413027"/>
                    <a:pt x="4144414" y="2380007"/>
                    <a:pt x="4126634" y="2364767"/>
                  </a:cubicBezTo>
                  <a:cubicBezTo>
                    <a:pt x="4125364" y="2367307"/>
                    <a:pt x="4122824" y="2369847"/>
                    <a:pt x="4121554" y="2372387"/>
                  </a:cubicBezTo>
                  <a:cubicBezTo>
                    <a:pt x="4116474" y="2363497"/>
                    <a:pt x="4102504" y="2360957"/>
                    <a:pt x="4108854" y="2346987"/>
                  </a:cubicBezTo>
                  <a:cubicBezTo>
                    <a:pt x="4108854" y="2346987"/>
                    <a:pt x="4107584" y="2344447"/>
                    <a:pt x="4106314" y="2344447"/>
                  </a:cubicBezTo>
                  <a:cubicBezTo>
                    <a:pt x="4099964" y="2341907"/>
                    <a:pt x="4101234" y="2338097"/>
                    <a:pt x="4098694" y="2333017"/>
                  </a:cubicBezTo>
                  <a:cubicBezTo>
                    <a:pt x="4094884" y="2321587"/>
                    <a:pt x="4096154" y="2310157"/>
                    <a:pt x="4096154" y="2299997"/>
                  </a:cubicBezTo>
                  <a:lnTo>
                    <a:pt x="4096154" y="2254277"/>
                  </a:lnTo>
                  <a:cubicBezTo>
                    <a:pt x="4096154" y="2244117"/>
                    <a:pt x="4101234" y="2239037"/>
                    <a:pt x="4111394" y="2241577"/>
                  </a:cubicBezTo>
                  <a:cubicBezTo>
                    <a:pt x="4111394" y="2241577"/>
                    <a:pt x="4112664" y="2240307"/>
                    <a:pt x="4113934" y="2240307"/>
                  </a:cubicBezTo>
                  <a:cubicBezTo>
                    <a:pt x="4110124" y="2237767"/>
                    <a:pt x="4107584" y="2236497"/>
                    <a:pt x="4105044" y="2233957"/>
                  </a:cubicBezTo>
                  <a:cubicBezTo>
                    <a:pt x="4105044" y="2232687"/>
                    <a:pt x="4106314" y="2231417"/>
                    <a:pt x="4106314" y="2230147"/>
                  </a:cubicBezTo>
                  <a:cubicBezTo>
                    <a:pt x="4115204" y="2232687"/>
                    <a:pt x="4124094" y="2236497"/>
                    <a:pt x="4130444" y="2239037"/>
                  </a:cubicBezTo>
                  <a:cubicBezTo>
                    <a:pt x="4138064" y="2228877"/>
                    <a:pt x="4144414" y="2221257"/>
                    <a:pt x="4149494" y="2216177"/>
                  </a:cubicBezTo>
                  <a:lnTo>
                    <a:pt x="4149494" y="2193317"/>
                  </a:lnTo>
                  <a:cubicBezTo>
                    <a:pt x="4146954" y="2193317"/>
                    <a:pt x="4143144" y="2194587"/>
                    <a:pt x="4139334" y="2194587"/>
                  </a:cubicBezTo>
                  <a:cubicBezTo>
                    <a:pt x="4136794" y="2188237"/>
                    <a:pt x="4135524" y="2181887"/>
                    <a:pt x="4132984" y="2172997"/>
                  </a:cubicBezTo>
                  <a:cubicBezTo>
                    <a:pt x="4139334" y="2176807"/>
                    <a:pt x="4141874" y="2179347"/>
                    <a:pt x="4144414" y="2180617"/>
                  </a:cubicBezTo>
                  <a:cubicBezTo>
                    <a:pt x="4146954" y="2179347"/>
                    <a:pt x="4150764" y="2178077"/>
                    <a:pt x="4154574" y="2175537"/>
                  </a:cubicBezTo>
                  <a:cubicBezTo>
                    <a:pt x="4153304" y="2174267"/>
                    <a:pt x="4152034" y="2172997"/>
                    <a:pt x="4152034" y="2171727"/>
                  </a:cubicBezTo>
                  <a:cubicBezTo>
                    <a:pt x="4148224" y="2171727"/>
                    <a:pt x="4144414" y="2170457"/>
                    <a:pt x="4143144" y="2170457"/>
                  </a:cubicBezTo>
                  <a:cubicBezTo>
                    <a:pt x="4145684" y="2162837"/>
                    <a:pt x="4150764" y="2155217"/>
                    <a:pt x="4148224" y="2151407"/>
                  </a:cubicBezTo>
                  <a:cubicBezTo>
                    <a:pt x="4141874" y="2134897"/>
                    <a:pt x="4148224" y="2122197"/>
                    <a:pt x="4154574" y="2108227"/>
                  </a:cubicBezTo>
                  <a:cubicBezTo>
                    <a:pt x="4155844" y="2104417"/>
                    <a:pt x="4154574" y="2100607"/>
                    <a:pt x="4154574" y="2096797"/>
                  </a:cubicBezTo>
                  <a:cubicBezTo>
                    <a:pt x="4155844" y="2080287"/>
                    <a:pt x="4157114" y="2065047"/>
                    <a:pt x="4158384" y="2042187"/>
                  </a:cubicBezTo>
                  <a:cubicBezTo>
                    <a:pt x="4153304" y="2039647"/>
                    <a:pt x="4145684" y="2033297"/>
                    <a:pt x="4136794" y="2028217"/>
                  </a:cubicBezTo>
                  <a:cubicBezTo>
                    <a:pt x="4129174" y="2024407"/>
                    <a:pt x="4121554" y="2023137"/>
                    <a:pt x="4113934" y="2020597"/>
                  </a:cubicBezTo>
                  <a:cubicBezTo>
                    <a:pt x="4110124" y="2019327"/>
                    <a:pt x="4105044" y="2020597"/>
                    <a:pt x="4101234" y="2019327"/>
                  </a:cubicBezTo>
                  <a:cubicBezTo>
                    <a:pt x="4069484" y="2015517"/>
                    <a:pt x="4036464" y="2010437"/>
                    <a:pt x="4004714" y="2006627"/>
                  </a:cubicBezTo>
                  <a:cubicBezTo>
                    <a:pt x="3978044" y="2002817"/>
                    <a:pt x="3951374" y="1999007"/>
                    <a:pt x="3925974" y="1995197"/>
                  </a:cubicBezTo>
                  <a:cubicBezTo>
                    <a:pt x="3919624" y="1993927"/>
                    <a:pt x="3913274" y="1991387"/>
                    <a:pt x="3905654" y="1991387"/>
                  </a:cubicBezTo>
                  <a:cubicBezTo>
                    <a:pt x="3889144" y="1990117"/>
                    <a:pt x="3871364" y="1990117"/>
                    <a:pt x="3854854" y="1990117"/>
                  </a:cubicBezTo>
                  <a:cubicBezTo>
                    <a:pt x="3845964" y="1990117"/>
                    <a:pt x="3838344" y="1990117"/>
                    <a:pt x="3829454" y="1988847"/>
                  </a:cubicBezTo>
                  <a:cubicBezTo>
                    <a:pt x="3814214" y="1987577"/>
                    <a:pt x="3798974" y="1985037"/>
                    <a:pt x="3783734" y="1983767"/>
                  </a:cubicBezTo>
                  <a:lnTo>
                    <a:pt x="3783734" y="1979957"/>
                  </a:lnTo>
                  <a:cubicBezTo>
                    <a:pt x="3821834" y="1977417"/>
                    <a:pt x="3861204" y="1973607"/>
                    <a:pt x="3900574" y="1981227"/>
                  </a:cubicBezTo>
                  <a:cubicBezTo>
                    <a:pt x="3899304" y="1977417"/>
                    <a:pt x="3898034" y="1973607"/>
                    <a:pt x="3896764" y="1971067"/>
                  </a:cubicBezTo>
                  <a:cubicBezTo>
                    <a:pt x="3905654" y="1969797"/>
                    <a:pt x="3912004" y="1962177"/>
                    <a:pt x="3920894" y="1971067"/>
                  </a:cubicBezTo>
                  <a:cubicBezTo>
                    <a:pt x="3922164" y="1972337"/>
                    <a:pt x="3929784" y="1968527"/>
                    <a:pt x="3934864" y="1967257"/>
                  </a:cubicBezTo>
                  <a:lnTo>
                    <a:pt x="3934864" y="1964717"/>
                  </a:lnTo>
                  <a:lnTo>
                    <a:pt x="3923434" y="1964717"/>
                  </a:lnTo>
                  <a:cubicBezTo>
                    <a:pt x="3936134" y="1954557"/>
                    <a:pt x="3945024" y="1945667"/>
                    <a:pt x="3953914" y="1939317"/>
                  </a:cubicBezTo>
                  <a:cubicBezTo>
                    <a:pt x="3961534" y="1940587"/>
                    <a:pt x="3969154" y="1941857"/>
                    <a:pt x="3974234" y="1943127"/>
                  </a:cubicBezTo>
                  <a:cubicBezTo>
                    <a:pt x="3975504" y="1918997"/>
                    <a:pt x="3955184" y="1917727"/>
                    <a:pt x="3939944" y="1907567"/>
                  </a:cubicBezTo>
                  <a:cubicBezTo>
                    <a:pt x="3946294" y="1903757"/>
                    <a:pt x="3950104" y="1899947"/>
                    <a:pt x="3955184" y="1898677"/>
                  </a:cubicBezTo>
                  <a:cubicBezTo>
                    <a:pt x="3969154" y="1894867"/>
                    <a:pt x="3986934" y="1905027"/>
                    <a:pt x="3995824" y="1883437"/>
                  </a:cubicBezTo>
                  <a:cubicBezTo>
                    <a:pt x="3997094" y="1882167"/>
                    <a:pt x="4000904" y="1882167"/>
                    <a:pt x="4007254" y="1879627"/>
                  </a:cubicBezTo>
                  <a:cubicBezTo>
                    <a:pt x="4003444" y="1875817"/>
                    <a:pt x="3999634" y="1873277"/>
                    <a:pt x="3997094" y="1870737"/>
                  </a:cubicBezTo>
                  <a:cubicBezTo>
                    <a:pt x="3999634" y="1869467"/>
                    <a:pt x="4003444" y="1868197"/>
                    <a:pt x="4003444" y="1868197"/>
                  </a:cubicBezTo>
                  <a:cubicBezTo>
                    <a:pt x="4012334" y="1874547"/>
                    <a:pt x="4018684" y="1879627"/>
                    <a:pt x="4026304" y="1884707"/>
                  </a:cubicBezTo>
                  <a:cubicBezTo>
                    <a:pt x="4027574" y="1883437"/>
                    <a:pt x="4028844" y="1882167"/>
                    <a:pt x="4030114" y="1879627"/>
                  </a:cubicBezTo>
                  <a:cubicBezTo>
                    <a:pt x="4026304" y="1874547"/>
                    <a:pt x="4023764" y="1869467"/>
                    <a:pt x="4019954" y="1864387"/>
                  </a:cubicBezTo>
                  <a:cubicBezTo>
                    <a:pt x="4036464" y="1852957"/>
                    <a:pt x="4037734" y="1846607"/>
                    <a:pt x="4025034" y="1814857"/>
                  </a:cubicBezTo>
                  <a:cubicBezTo>
                    <a:pt x="4033924" y="1813587"/>
                    <a:pt x="4042814" y="1811047"/>
                    <a:pt x="4050434" y="1809777"/>
                  </a:cubicBezTo>
                  <a:cubicBezTo>
                    <a:pt x="4051704" y="1800887"/>
                    <a:pt x="4056784" y="1791997"/>
                    <a:pt x="4055514" y="1784377"/>
                  </a:cubicBezTo>
                  <a:cubicBezTo>
                    <a:pt x="4051704" y="1761517"/>
                    <a:pt x="4074564" y="1751357"/>
                    <a:pt x="4079644" y="1732307"/>
                  </a:cubicBezTo>
                  <a:cubicBezTo>
                    <a:pt x="4079644" y="1731037"/>
                    <a:pt x="4084724" y="1729767"/>
                    <a:pt x="4085994" y="1731037"/>
                  </a:cubicBezTo>
                  <a:cubicBezTo>
                    <a:pt x="4097424" y="1734847"/>
                    <a:pt x="4101234" y="1725957"/>
                    <a:pt x="4105044" y="1719607"/>
                  </a:cubicBezTo>
                  <a:cubicBezTo>
                    <a:pt x="4106314" y="1717067"/>
                    <a:pt x="4107584" y="1714527"/>
                    <a:pt x="4108854" y="1713257"/>
                  </a:cubicBezTo>
                  <a:cubicBezTo>
                    <a:pt x="4120284" y="1706907"/>
                    <a:pt x="4131714" y="1701827"/>
                    <a:pt x="4144414" y="1695477"/>
                  </a:cubicBezTo>
                  <a:cubicBezTo>
                    <a:pt x="4131714" y="1676427"/>
                    <a:pt x="4115204" y="1685317"/>
                    <a:pt x="4101234" y="1682777"/>
                  </a:cubicBezTo>
                  <a:lnTo>
                    <a:pt x="4101234" y="1677697"/>
                  </a:lnTo>
                  <a:cubicBezTo>
                    <a:pt x="4110124" y="1676427"/>
                    <a:pt x="4119014" y="1675157"/>
                    <a:pt x="4129174" y="1673887"/>
                  </a:cubicBezTo>
                  <a:cubicBezTo>
                    <a:pt x="4122824" y="1672617"/>
                    <a:pt x="4117744" y="1671347"/>
                    <a:pt x="4112664" y="1670077"/>
                  </a:cubicBezTo>
                  <a:cubicBezTo>
                    <a:pt x="4119014" y="1663727"/>
                    <a:pt x="4124094" y="1657377"/>
                    <a:pt x="4130444" y="1652297"/>
                  </a:cubicBezTo>
                  <a:cubicBezTo>
                    <a:pt x="4131714" y="1651027"/>
                    <a:pt x="4135524" y="1649757"/>
                    <a:pt x="4136794" y="1649757"/>
                  </a:cubicBezTo>
                  <a:cubicBezTo>
                    <a:pt x="4140604" y="1651027"/>
                    <a:pt x="4144414" y="1654837"/>
                    <a:pt x="4146954" y="1657377"/>
                  </a:cubicBezTo>
                  <a:cubicBezTo>
                    <a:pt x="4148224" y="1653567"/>
                    <a:pt x="4149494" y="1648487"/>
                    <a:pt x="4152034" y="1644677"/>
                  </a:cubicBezTo>
                  <a:cubicBezTo>
                    <a:pt x="4157114" y="1638327"/>
                    <a:pt x="4163464" y="1633247"/>
                    <a:pt x="4168544" y="1628167"/>
                  </a:cubicBezTo>
                  <a:cubicBezTo>
                    <a:pt x="4174894" y="1635787"/>
                    <a:pt x="4181244" y="1643407"/>
                    <a:pt x="4187594" y="1652297"/>
                  </a:cubicBezTo>
                  <a:cubicBezTo>
                    <a:pt x="4188864" y="1652297"/>
                    <a:pt x="4190134" y="1651027"/>
                    <a:pt x="4190134" y="1651027"/>
                  </a:cubicBezTo>
                  <a:cubicBezTo>
                    <a:pt x="4188864" y="1638327"/>
                    <a:pt x="4188864" y="1625627"/>
                    <a:pt x="4187594" y="1612927"/>
                  </a:cubicBezTo>
                  <a:cubicBezTo>
                    <a:pt x="4192674" y="1614197"/>
                    <a:pt x="4196484" y="1614197"/>
                    <a:pt x="4200294" y="1615467"/>
                  </a:cubicBezTo>
                  <a:cubicBezTo>
                    <a:pt x="4201564" y="1614197"/>
                    <a:pt x="4201564" y="1612927"/>
                    <a:pt x="4202834" y="1612927"/>
                  </a:cubicBezTo>
                  <a:cubicBezTo>
                    <a:pt x="4199024" y="1611657"/>
                    <a:pt x="4196484" y="1610387"/>
                    <a:pt x="4192674" y="1609117"/>
                  </a:cubicBezTo>
                  <a:cubicBezTo>
                    <a:pt x="4199024" y="1601497"/>
                    <a:pt x="4202834" y="1596417"/>
                    <a:pt x="4204104" y="1595147"/>
                  </a:cubicBezTo>
                  <a:lnTo>
                    <a:pt x="4204104" y="1571017"/>
                  </a:lnTo>
                  <a:cubicBezTo>
                    <a:pt x="4201564" y="1569747"/>
                    <a:pt x="4199024" y="1567207"/>
                    <a:pt x="4195214" y="1565937"/>
                  </a:cubicBezTo>
                  <a:cubicBezTo>
                    <a:pt x="4192674" y="1564667"/>
                    <a:pt x="4190134" y="1563397"/>
                    <a:pt x="4187594" y="1563397"/>
                  </a:cubicBezTo>
                  <a:cubicBezTo>
                    <a:pt x="4190134" y="1560857"/>
                    <a:pt x="4195214" y="1557047"/>
                    <a:pt x="4196484" y="1557047"/>
                  </a:cubicBezTo>
                  <a:cubicBezTo>
                    <a:pt x="4205374" y="1562127"/>
                    <a:pt x="4202834" y="1548157"/>
                    <a:pt x="4207914" y="1549427"/>
                  </a:cubicBezTo>
                  <a:cubicBezTo>
                    <a:pt x="4207914" y="1545617"/>
                    <a:pt x="4207914" y="1537997"/>
                    <a:pt x="4206644" y="1537997"/>
                  </a:cubicBezTo>
                  <a:cubicBezTo>
                    <a:pt x="4190134" y="1531647"/>
                    <a:pt x="4192674" y="1517677"/>
                    <a:pt x="4188864" y="1508787"/>
                  </a:cubicBezTo>
                  <a:close/>
                  <a:moveTo>
                    <a:pt x="227734" y="988087"/>
                  </a:moveTo>
                  <a:lnTo>
                    <a:pt x="264564" y="988087"/>
                  </a:lnTo>
                  <a:cubicBezTo>
                    <a:pt x="255674" y="999517"/>
                    <a:pt x="234084" y="999517"/>
                    <a:pt x="227734" y="988087"/>
                  </a:cubicBezTo>
                  <a:close/>
                  <a:moveTo>
                    <a:pt x="481734" y="1504977"/>
                  </a:moveTo>
                  <a:lnTo>
                    <a:pt x="481734" y="1499897"/>
                  </a:lnTo>
                  <a:cubicBezTo>
                    <a:pt x="498244" y="1498627"/>
                    <a:pt x="516024" y="1497357"/>
                    <a:pt x="532534" y="1497357"/>
                  </a:cubicBezTo>
                  <a:cubicBezTo>
                    <a:pt x="514754" y="1497357"/>
                    <a:pt x="499514" y="1512597"/>
                    <a:pt x="481734" y="1504977"/>
                  </a:cubicBezTo>
                  <a:close/>
                  <a:moveTo>
                    <a:pt x="175664" y="2120927"/>
                  </a:moveTo>
                  <a:cubicBezTo>
                    <a:pt x="183284" y="2113307"/>
                    <a:pt x="189634" y="2108227"/>
                    <a:pt x="192174" y="2104417"/>
                  </a:cubicBezTo>
                  <a:cubicBezTo>
                    <a:pt x="198524" y="2109497"/>
                    <a:pt x="202334" y="2113307"/>
                    <a:pt x="206144" y="2117117"/>
                  </a:cubicBezTo>
                  <a:cubicBezTo>
                    <a:pt x="197254" y="2117117"/>
                    <a:pt x="188364" y="2118387"/>
                    <a:pt x="175664" y="2120927"/>
                  </a:cubicBezTo>
                  <a:close/>
                  <a:moveTo>
                    <a:pt x="264564" y="2114577"/>
                  </a:moveTo>
                  <a:lnTo>
                    <a:pt x="231544" y="2114577"/>
                  </a:lnTo>
                  <a:cubicBezTo>
                    <a:pt x="230274" y="2114577"/>
                    <a:pt x="229004" y="2109497"/>
                    <a:pt x="226464" y="2105687"/>
                  </a:cubicBezTo>
                  <a:cubicBezTo>
                    <a:pt x="241704" y="2106957"/>
                    <a:pt x="253134" y="2108227"/>
                    <a:pt x="264564" y="2109497"/>
                  </a:cubicBezTo>
                  <a:lnTo>
                    <a:pt x="264564" y="2114577"/>
                  </a:lnTo>
                  <a:close/>
                  <a:moveTo>
                    <a:pt x="273454" y="2113307"/>
                  </a:moveTo>
                  <a:cubicBezTo>
                    <a:pt x="272184" y="2112037"/>
                    <a:pt x="272184" y="2110767"/>
                    <a:pt x="270914" y="2110767"/>
                  </a:cubicBezTo>
                  <a:cubicBezTo>
                    <a:pt x="275994" y="2106957"/>
                    <a:pt x="282344" y="2104417"/>
                    <a:pt x="287424" y="2100607"/>
                  </a:cubicBezTo>
                  <a:cubicBezTo>
                    <a:pt x="291234" y="2096797"/>
                    <a:pt x="292504" y="2090447"/>
                    <a:pt x="296314" y="2084097"/>
                  </a:cubicBezTo>
                  <a:cubicBezTo>
                    <a:pt x="306474" y="2104417"/>
                    <a:pt x="328064" y="2098067"/>
                    <a:pt x="347114" y="2103147"/>
                  </a:cubicBezTo>
                  <a:cubicBezTo>
                    <a:pt x="321714" y="2105687"/>
                    <a:pt x="297584" y="2109497"/>
                    <a:pt x="273454" y="2113307"/>
                  </a:cubicBezTo>
                  <a:close/>
                  <a:moveTo>
                    <a:pt x="107084" y="2425727"/>
                  </a:moveTo>
                  <a:cubicBezTo>
                    <a:pt x="108354" y="2425727"/>
                    <a:pt x="108354" y="2425727"/>
                    <a:pt x="107084" y="2425727"/>
                  </a:cubicBezTo>
                  <a:close/>
                  <a:moveTo>
                    <a:pt x="338224" y="2607337"/>
                  </a:moveTo>
                  <a:cubicBezTo>
                    <a:pt x="336954" y="2598447"/>
                    <a:pt x="335684" y="2592097"/>
                    <a:pt x="334414" y="2583207"/>
                  </a:cubicBezTo>
                  <a:cubicBezTo>
                    <a:pt x="343304" y="2585747"/>
                    <a:pt x="348384" y="2587017"/>
                    <a:pt x="353464" y="2589557"/>
                  </a:cubicBezTo>
                  <a:cubicBezTo>
                    <a:pt x="348384" y="2594637"/>
                    <a:pt x="344574" y="2599717"/>
                    <a:pt x="338224" y="2607337"/>
                  </a:cubicBezTo>
                  <a:close/>
                  <a:moveTo>
                    <a:pt x="629054" y="1047777"/>
                  </a:moveTo>
                  <a:cubicBezTo>
                    <a:pt x="620164" y="1049047"/>
                    <a:pt x="611274" y="1052857"/>
                    <a:pt x="603654" y="1052857"/>
                  </a:cubicBezTo>
                  <a:cubicBezTo>
                    <a:pt x="594764" y="1054127"/>
                    <a:pt x="585874" y="1052857"/>
                    <a:pt x="575714" y="1052857"/>
                  </a:cubicBezTo>
                  <a:cubicBezTo>
                    <a:pt x="574444" y="1051587"/>
                    <a:pt x="573174" y="1047777"/>
                    <a:pt x="571904" y="1043967"/>
                  </a:cubicBezTo>
                  <a:cubicBezTo>
                    <a:pt x="580794" y="1041427"/>
                    <a:pt x="589684" y="1037617"/>
                    <a:pt x="599844" y="1035077"/>
                  </a:cubicBezTo>
                  <a:cubicBezTo>
                    <a:pt x="599844" y="1038887"/>
                    <a:pt x="598574" y="1041427"/>
                    <a:pt x="598574" y="1045237"/>
                  </a:cubicBezTo>
                  <a:cubicBezTo>
                    <a:pt x="610004" y="1037617"/>
                    <a:pt x="620164" y="1038887"/>
                    <a:pt x="629054" y="1047777"/>
                  </a:cubicBezTo>
                  <a:cubicBezTo>
                    <a:pt x="643024" y="1037617"/>
                    <a:pt x="645564" y="1038887"/>
                    <a:pt x="649374" y="1060477"/>
                  </a:cubicBezTo>
                  <a:cubicBezTo>
                    <a:pt x="641754" y="1055397"/>
                    <a:pt x="635404" y="1051587"/>
                    <a:pt x="629054" y="1047777"/>
                  </a:cubicBezTo>
                  <a:close/>
                  <a:moveTo>
                    <a:pt x="677314" y="1045237"/>
                  </a:moveTo>
                  <a:cubicBezTo>
                    <a:pt x="679854" y="1042697"/>
                    <a:pt x="682394" y="1040157"/>
                    <a:pt x="683664" y="1037617"/>
                  </a:cubicBezTo>
                  <a:cubicBezTo>
                    <a:pt x="692554" y="1049047"/>
                    <a:pt x="692554" y="1049047"/>
                    <a:pt x="673504" y="1057937"/>
                  </a:cubicBezTo>
                  <a:lnTo>
                    <a:pt x="654454" y="1042697"/>
                  </a:lnTo>
                  <a:cubicBezTo>
                    <a:pt x="667154" y="1032537"/>
                    <a:pt x="674774" y="1032537"/>
                    <a:pt x="677314" y="1045237"/>
                  </a:cubicBezTo>
                  <a:close/>
                  <a:moveTo>
                    <a:pt x="687474" y="2741957"/>
                  </a:moveTo>
                  <a:cubicBezTo>
                    <a:pt x="688744" y="2740687"/>
                    <a:pt x="690014" y="2740687"/>
                    <a:pt x="691284" y="2739417"/>
                  </a:cubicBezTo>
                  <a:cubicBezTo>
                    <a:pt x="692554" y="2741957"/>
                    <a:pt x="695094" y="2744497"/>
                    <a:pt x="697634" y="2748307"/>
                  </a:cubicBezTo>
                  <a:cubicBezTo>
                    <a:pt x="695094" y="2748307"/>
                    <a:pt x="692554" y="2748307"/>
                    <a:pt x="690014" y="2749577"/>
                  </a:cubicBezTo>
                  <a:cubicBezTo>
                    <a:pt x="688744" y="2745767"/>
                    <a:pt x="688744" y="2743227"/>
                    <a:pt x="687474" y="2741957"/>
                  </a:cubicBezTo>
                  <a:close/>
                  <a:moveTo>
                    <a:pt x="764944" y="2733067"/>
                  </a:moveTo>
                  <a:cubicBezTo>
                    <a:pt x="766214" y="2736877"/>
                    <a:pt x="767484" y="2739417"/>
                    <a:pt x="770024" y="2741957"/>
                  </a:cubicBezTo>
                  <a:lnTo>
                    <a:pt x="766214" y="2741957"/>
                  </a:lnTo>
                  <a:cubicBezTo>
                    <a:pt x="766214" y="2739417"/>
                    <a:pt x="766214" y="2736877"/>
                    <a:pt x="764944" y="2733067"/>
                  </a:cubicBezTo>
                  <a:close/>
                  <a:moveTo>
                    <a:pt x="869084" y="3016277"/>
                  </a:moveTo>
                  <a:cubicBezTo>
                    <a:pt x="865274" y="3009927"/>
                    <a:pt x="862734" y="3004847"/>
                    <a:pt x="860194" y="2999767"/>
                  </a:cubicBezTo>
                  <a:lnTo>
                    <a:pt x="866544" y="2993417"/>
                  </a:lnTo>
                  <a:cubicBezTo>
                    <a:pt x="875434" y="2999767"/>
                    <a:pt x="876704" y="3009927"/>
                    <a:pt x="869084" y="3016277"/>
                  </a:cubicBezTo>
                  <a:close/>
                  <a:moveTo>
                    <a:pt x="1191664" y="3041677"/>
                  </a:moveTo>
                  <a:cubicBezTo>
                    <a:pt x="1186584" y="3039137"/>
                    <a:pt x="1181504" y="3037867"/>
                    <a:pt x="1176424" y="3035327"/>
                  </a:cubicBezTo>
                  <a:cubicBezTo>
                    <a:pt x="1181504" y="3030247"/>
                    <a:pt x="1186584" y="3025167"/>
                    <a:pt x="1190394" y="3022627"/>
                  </a:cubicBezTo>
                  <a:lnTo>
                    <a:pt x="1205634" y="3034057"/>
                  </a:lnTo>
                  <a:cubicBezTo>
                    <a:pt x="1201824" y="3036597"/>
                    <a:pt x="1196744" y="3039137"/>
                    <a:pt x="1191664" y="3041677"/>
                  </a:cubicBezTo>
                  <a:close/>
                  <a:moveTo>
                    <a:pt x="3438294" y="2825777"/>
                  </a:moveTo>
                  <a:cubicBezTo>
                    <a:pt x="3437024" y="2827047"/>
                    <a:pt x="3438294" y="2829587"/>
                    <a:pt x="3438294" y="2832127"/>
                  </a:cubicBezTo>
                  <a:lnTo>
                    <a:pt x="3419244" y="2835937"/>
                  </a:lnTo>
                  <a:cubicBezTo>
                    <a:pt x="3416704" y="2824507"/>
                    <a:pt x="3421784" y="2818157"/>
                    <a:pt x="3433214" y="2816887"/>
                  </a:cubicBezTo>
                  <a:cubicBezTo>
                    <a:pt x="3437024" y="2816887"/>
                    <a:pt x="3442104" y="2814347"/>
                    <a:pt x="3448454" y="2814347"/>
                  </a:cubicBezTo>
                  <a:cubicBezTo>
                    <a:pt x="3444644" y="2818157"/>
                    <a:pt x="3440834" y="2820697"/>
                    <a:pt x="3438294" y="2825777"/>
                  </a:cubicBezTo>
                  <a:close/>
                  <a:moveTo>
                    <a:pt x="3463694" y="2823237"/>
                  </a:moveTo>
                  <a:cubicBezTo>
                    <a:pt x="3458614" y="2821967"/>
                    <a:pt x="3454804" y="2818157"/>
                    <a:pt x="3450994" y="2815617"/>
                  </a:cubicBezTo>
                  <a:cubicBezTo>
                    <a:pt x="3456074" y="2809267"/>
                    <a:pt x="3459884" y="2805457"/>
                    <a:pt x="3462424" y="2801647"/>
                  </a:cubicBezTo>
                  <a:cubicBezTo>
                    <a:pt x="3467504" y="2807997"/>
                    <a:pt x="3472584" y="2813077"/>
                    <a:pt x="3477664" y="2820697"/>
                  </a:cubicBezTo>
                  <a:cubicBezTo>
                    <a:pt x="3473854" y="2821967"/>
                    <a:pt x="3468774" y="2823237"/>
                    <a:pt x="3463694" y="2823237"/>
                  </a:cubicBezTo>
                  <a:close/>
                  <a:moveTo>
                    <a:pt x="3597044" y="1964717"/>
                  </a:moveTo>
                  <a:cubicBezTo>
                    <a:pt x="3597044" y="1962177"/>
                    <a:pt x="3597044" y="1960907"/>
                    <a:pt x="3595774" y="1958367"/>
                  </a:cubicBezTo>
                  <a:lnTo>
                    <a:pt x="3622444" y="1954557"/>
                  </a:lnTo>
                  <a:cubicBezTo>
                    <a:pt x="3622444" y="1957097"/>
                    <a:pt x="3623714" y="1959637"/>
                    <a:pt x="3623714" y="1962177"/>
                  </a:cubicBezTo>
                  <a:cubicBezTo>
                    <a:pt x="3613554" y="1962177"/>
                    <a:pt x="3604664" y="1963447"/>
                    <a:pt x="3597044" y="1964717"/>
                  </a:cubicBezTo>
                  <a:close/>
                  <a:moveTo>
                    <a:pt x="3663084" y="1967257"/>
                  </a:moveTo>
                  <a:cubicBezTo>
                    <a:pt x="3655464" y="1967257"/>
                    <a:pt x="3646574" y="1967257"/>
                    <a:pt x="3638954" y="1964717"/>
                  </a:cubicBezTo>
                  <a:cubicBezTo>
                    <a:pt x="3635144" y="1963447"/>
                    <a:pt x="3633874" y="1958367"/>
                    <a:pt x="3630064" y="1955827"/>
                  </a:cubicBezTo>
                  <a:cubicBezTo>
                    <a:pt x="3631334" y="1954557"/>
                    <a:pt x="3631334" y="1953287"/>
                    <a:pt x="3632604" y="1952017"/>
                  </a:cubicBezTo>
                  <a:cubicBezTo>
                    <a:pt x="3644034" y="1954557"/>
                    <a:pt x="3654194" y="1955827"/>
                    <a:pt x="3664354" y="1958367"/>
                  </a:cubicBezTo>
                  <a:cubicBezTo>
                    <a:pt x="3663084" y="1962177"/>
                    <a:pt x="3663084" y="1965987"/>
                    <a:pt x="3663084" y="1967257"/>
                  </a:cubicBezTo>
                  <a:close/>
                  <a:moveTo>
                    <a:pt x="3720234" y="1965987"/>
                  </a:moveTo>
                  <a:cubicBezTo>
                    <a:pt x="3711344" y="1964717"/>
                    <a:pt x="3702454" y="1958367"/>
                    <a:pt x="3693564" y="1967257"/>
                  </a:cubicBezTo>
                  <a:cubicBezTo>
                    <a:pt x="3692294" y="1968527"/>
                    <a:pt x="3684674" y="1964717"/>
                    <a:pt x="3680864" y="1963447"/>
                  </a:cubicBezTo>
                  <a:cubicBezTo>
                    <a:pt x="3680864" y="1962177"/>
                    <a:pt x="3682134" y="1959637"/>
                    <a:pt x="3682134" y="1958367"/>
                  </a:cubicBezTo>
                  <a:lnTo>
                    <a:pt x="3724044" y="1958367"/>
                  </a:lnTo>
                  <a:cubicBezTo>
                    <a:pt x="3725314" y="1958367"/>
                    <a:pt x="3726584" y="1962177"/>
                    <a:pt x="3727854" y="1964717"/>
                  </a:cubicBezTo>
                  <a:cubicBezTo>
                    <a:pt x="3724044" y="1964717"/>
                    <a:pt x="3721504" y="1965987"/>
                    <a:pt x="3720234" y="1965987"/>
                  </a:cubicBezTo>
                  <a:close/>
                  <a:moveTo>
                    <a:pt x="3840884" y="2595907"/>
                  </a:moveTo>
                  <a:cubicBezTo>
                    <a:pt x="3839614" y="2597177"/>
                    <a:pt x="3839614" y="2598447"/>
                    <a:pt x="3839614" y="2597177"/>
                  </a:cubicBezTo>
                  <a:cubicBezTo>
                    <a:pt x="3838344" y="2597177"/>
                    <a:pt x="3838344" y="2595907"/>
                    <a:pt x="3840884" y="2595907"/>
                  </a:cubicBezTo>
                  <a:close/>
                  <a:moveTo>
                    <a:pt x="124864" y="2527327"/>
                  </a:moveTo>
                  <a:cubicBezTo>
                    <a:pt x="123594" y="2527327"/>
                    <a:pt x="123594" y="2528597"/>
                    <a:pt x="122324" y="2528597"/>
                  </a:cubicBezTo>
                  <a:cubicBezTo>
                    <a:pt x="122324" y="2528597"/>
                    <a:pt x="123594" y="2527327"/>
                    <a:pt x="124864" y="2527327"/>
                  </a:cubicBezTo>
                  <a:close/>
                  <a:moveTo>
                    <a:pt x="608734" y="2767357"/>
                  </a:moveTo>
                  <a:cubicBezTo>
                    <a:pt x="613814" y="2769897"/>
                    <a:pt x="618894" y="2772437"/>
                    <a:pt x="622704" y="2773707"/>
                  </a:cubicBezTo>
                  <a:cubicBezTo>
                    <a:pt x="604924" y="2783867"/>
                    <a:pt x="593494" y="2781327"/>
                    <a:pt x="582064" y="2763547"/>
                  </a:cubicBezTo>
                  <a:cubicBezTo>
                    <a:pt x="585874" y="2763547"/>
                    <a:pt x="588414" y="2762277"/>
                    <a:pt x="592224" y="2762277"/>
                  </a:cubicBezTo>
                  <a:cubicBezTo>
                    <a:pt x="597304" y="2763547"/>
                    <a:pt x="603654" y="2764817"/>
                    <a:pt x="608734" y="2767357"/>
                  </a:cubicBezTo>
                  <a:close/>
                  <a:moveTo>
                    <a:pt x="2828694" y="2871497"/>
                  </a:moveTo>
                  <a:cubicBezTo>
                    <a:pt x="2824884" y="2870227"/>
                    <a:pt x="2822344" y="2870227"/>
                    <a:pt x="2817264" y="2868957"/>
                  </a:cubicBezTo>
                  <a:cubicBezTo>
                    <a:pt x="2812184" y="2867687"/>
                    <a:pt x="2805834" y="2863877"/>
                    <a:pt x="2798214" y="2861337"/>
                  </a:cubicBezTo>
                  <a:cubicBezTo>
                    <a:pt x="2803294" y="2860067"/>
                    <a:pt x="2807104" y="2857527"/>
                    <a:pt x="2812184" y="2856257"/>
                  </a:cubicBezTo>
                  <a:cubicBezTo>
                    <a:pt x="2826154" y="2852447"/>
                    <a:pt x="2832504" y="2858797"/>
                    <a:pt x="2828694" y="2871497"/>
                  </a:cubicBezTo>
                  <a:close/>
                  <a:moveTo>
                    <a:pt x="2583584" y="2900707"/>
                  </a:moveTo>
                  <a:cubicBezTo>
                    <a:pt x="2591204" y="2901977"/>
                    <a:pt x="2600094" y="2901977"/>
                    <a:pt x="2608984" y="2903247"/>
                  </a:cubicBezTo>
                  <a:cubicBezTo>
                    <a:pt x="2605174" y="2915947"/>
                    <a:pt x="2595014" y="2912137"/>
                    <a:pt x="2587394" y="2910867"/>
                  </a:cubicBezTo>
                  <a:cubicBezTo>
                    <a:pt x="2584854" y="2910867"/>
                    <a:pt x="2582314" y="2905787"/>
                    <a:pt x="2579774" y="2903247"/>
                  </a:cubicBezTo>
                  <a:cubicBezTo>
                    <a:pt x="2581044" y="2901977"/>
                    <a:pt x="2582314" y="2900707"/>
                    <a:pt x="2583584" y="2900707"/>
                  </a:cubicBezTo>
                  <a:close/>
                  <a:moveTo>
                    <a:pt x="212494" y="2602257"/>
                  </a:moveTo>
                  <a:cubicBezTo>
                    <a:pt x="213764" y="2606067"/>
                    <a:pt x="215034" y="2608607"/>
                    <a:pt x="216304" y="2613687"/>
                  </a:cubicBezTo>
                  <a:cubicBezTo>
                    <a:pt x="208684" y="2613687"/>
                    <a:pt x="202334" y="2613687"/>
                    <a:pt x="195984" y="2612417"/>
                  </a:cubicBezTo>
                  <a:lnTo>
                    <a:pt x="195984" y="2603527"/>
                  </a:lnTo>
                  <a:cubicBezTo>
                    <a:pt x="201064" y="2603527"/>
                    <a:pt x="206144" y="2603527"/>
                    <a:pt x="212494" y="2602257"/>
                  </a:cubicBezTo>
                  <a:close/>
                  <a:moveTo>
                    <a:pt x="707794" y="2759737"/>
                  </a:moveTo>
                  <a:cubicBezTo>
                    <a:pt x="715414" y="2761007"/>
                    <a:pt x="723034" y="2761007"/>
                    <a:pt x="731924" y="2762277"/>
                  </a:cubicBezTo>
                  <a:cubicBezTo>
                    <a:pt x="726844" y="2767357"/>
                    <a:pt x="706524" y="2771167"/>
                    <a:pt x="702714" y="2767357"/>
                  </a:cubicBezTo>
                  <a:cubicBezTo>
                    <a:pt x="702714" y="2766087"/>
                    <a:pt x="701444" y="2763547"/>
                    <a:pt x="702714" y="2762277"/>
                  </a:cubicBezTo>
                  <a:cubicBezTo>
                    <a:pt x="703984" y="2761007"/>
                    <a:pt x="706524" y="2759737"/>
                    <a:pt x="707794" y="2759737"/>
                  </a:cubicBezTo>
                  <a:close/>
                </a:path>
              </a:pathLst>
            </a:custGeom>
            <a:blipFill>
              <a:blip r:embed="rId3"/>
              <a:stretch>
                <a:fillRect t="-1215" b="-1215"/>
              </a:stretch>
            </a:blipFill>
          </p:spPr>
        </p:sp>
      </p:grpSp>
      <p:grpSp>
        <p:nvGrpSpPr>
          <p:cNvPr id="5" name="Group 5"/>
          <p:cNvGrpSpPr/>
          <p:nvPr/>
        </p:nvGrpSpPr>
        <p:grpSpPr>
          <a:xfrm>
            <a:off x="6337683" y="5607680"/>
            <a:ext cx="5217758" cy="4419748"/>
            <a:chOff x="0" y="0"/>
            <a:chExt cx="2374900" cy="2011680"/>
          </a:xfrm>
        </p:grpSpPr>
        <p:sp>
          <p:nvSpPr>
            <p:cNvPr id="6" name="Freeform 6"/>
            <p:cNvSpPr/>
            <p:nvPr/>
          </p:nvSpPr>
          <p:spPr>
            <a:xfrm>
              <a:off x="-796" y="-1270"/>
              <a:ext cx="2374505" cy="2007870"/>
            </a:xfrm>
            <a:custGeom>
              <a:avLst/>
              <a:gdLst/>
              <a:ahLst/>
              <a:cxnLst/>
              <a:rect l="l" t="t" r="r" b="b"/>
              <a:pathLst>
                <a:path w="2374505" h="2007870">
                  <a:moveTo>
                    <a:pt x="2374426" y="1776730"/>
                  </a:moveTo>
                  <a:cubicBezTo>
                    <a:pt x="2373156" y="1275080"/>
                    <a:pt x="2357916" y="596900"/>
                    <a:pt x="2357916" y="96520"/>
                  </a:cubicBezTo>
                  <a:cubicBezTo>
                    <a:pt x="2357916" y="88900"/>
                    <a:pt x="2359186" y="81280"/>
                    <a:pt x="2359186" y="74930"/>
                  </a:cubicBezTo>
                  <a:cubicBezTo>
                    <a:pt x="2357916" y="73660"/>
                    <a:pt x="2356646" y="73660"/>
                    <a:pt x="2355376" y="72390"/>
                  </a:cubicBezTo>
                  <a:cubicBezTo>
                    <a:pt x="2355376" y="72390"/>
                    <a:pt x="2354106" y="73660"/>
                    <a:pt x="2354106" y="74930"/>
                  </a:cubicBezTo>
                  <a:cubicBezTo>
                    <a:pt x="2351566" y="81280"/>
                    <a:pt x="2346486" y="81280"/>
                    <a:pt x="2341406" y="81280"/>
                  </a:cubicBezTo>
                  <a:cubicBezTo>
                    <a:pt x="2335056" y="80010"/>
                    <a:pt x="2328706" y="73660"/>
                    <a:pt x="2321086" y="76200"/>
                  </a:cubicBezTo>
                  <a:cubicBezTo>
                    <a:pt x="2318546" y="77470"/>
                    <a:pt x="2313466" y="74930"/>
                    <a:pt x="2312196" y="72390"/>
                  </a:cubicBezTo>
                  <a:cubicBezTo>
                    <a:pt x="2308386" y="67310"/>
                    <a:pt x="2303306" y="67310"/>
                    <a:pt x="2298226" y="69850"/>
                  </a:cubicBezTo>
                  <a:cubicBezTo>
                    <a:pt x="2295686" y="71120"/>
                    <a:pt x="2293146" y="69850"/>
                    <a:pt x="2290606" y="69850"/>
                  </a:cubicBezTo>
                  <a:cubicBezTo>
                    <a:pt x="2286796" y="69850"/>
                    <a:pt x="2281716" y="68580"/>
                    <a:pt x="2277906" y="67310"/>
                  </a:cubicBezTo>
                  <a:cubicBezTo>
                    <a:pt x="2276636" y="67310"/>
                    <a:pt x="2274096" y="66040"/>
                    <a:pt x="2272826" y="66040"/>
                  </a:cubicBezTo>
                  <a:cubicBezTo>
                    <a:pt x="2269016" y="64770"/>
                    <a:pt x="2265206" y="60960"/>
                    <a:pt x="2261396" y="66040"/>
                  </a:cubicBezTo>
                  <a:cubicBezTo>
                    <a:pt x="2261396" y="66040"/>
                    <a:pt x="2258856" y="66040"/>
                    <a:pt x="2257586" y="64770"/>
                  </a:cubicBezTo>
                  <a:cubicBezTo>
                    <a:pt x="2256316" y="62230"/>
                    <a:pt x="2255046" y="58420"/>
                    <a:pt x="2253776" y="55880"/>
                  </a:cubicBezTo>
                  <a:cubicBezTo>
                    <a:pt x="2251236" y="52070"/>
                    <a:pt x="2251236" y="45720"/>
                    <a:pt x="2247426" y="43180"/>
                  </a:cubicBezTo>
                  <a:cubicBezTo>
                    <a:pt x="2244886" y="41910"/>
                    <a:pt x="2243616" y="40640"/>
                    <a:pt x="2242346" y="38100"/>
                  </a:cubicBezTo>
                  <a:cubicBezTo>
                    <a:pt x="2242346" y="36830"/>
                    <a:pt x="2239806" y="35560"/>
                    <a:pt x="2239806" y="34290"/>
                  </a:cubicBezTo>
                  <a:lnTo>
                    <a:pt x="2235996" y="30480"/>
                  </a:lnTo>
                  <a:cubicBezTo>
                    <a:pt x="2234726" y="27940"/>
                    <a:pt x="2233456" y="24130"/>
                    <a:pt x="2230916" y="22860"/>
                  </a:cubicBezTo>
                  <a:cubicBezTo>
                    <a:pt x="2225836" y="19050"/>
                    <a:pt x="2224566" y="13970"/>
                    <a:pt x="2227106" y="7620"/>
                  </a:cubicBezTo>
                  <a:cubicBezTo>
                    <a:pt x="2223296" y="6350"/>
                    <a:pt x="2220756" y="3810"/>
                    <a:pt x="2216946" y="3810"/>
                  </a:cubicBezTo>
                  <a:cubicBezTo>
                    <a:pt x="2201706" y="5080"/>
                    <a:pt x="2185196" y="7620"/>
                    <a:pt x="2169956" y="8890"/>
                  </a:cubicBezTo>
                  <a:cubicBezTo>
                    <a:pt x="2167416" y="8890"/>
                    <a:pt x="2163606" y="10160"/>
                    <a:pt x="2162336" y="11430"/>
                  </a:cubicBezTo>
                  <a:cubicBezTo>
                    <a:pt x="2152176" y="17780"/>
                    <a:pt x="2142016" y="12700"/>
                    <a:pt x="2131856" y="11430"/>
                  </a:cubicBezTo>
                  <a:cubicBezTo>
                    <a:pt x="2124236" y="11430"/>
                    <a:pt x="2116616" y="7620"/>
                    <a:pt x="2108996" y="6350"/>
                  </a:cubicBezTo>
                  <a:cubicBezTo>
                    <a:pt x="2100106" y="5080"/>
                    <a:pt x="2092486" y="6350"/>
                    <a:pt x="2083596" y="5080"/>
                  </a:cubicBezTo>
                  <a:cubicBezTo>
                    <a:pt x="2082326" y="5080"/>
                    <a:pt x="2081056" y="3810"/>
                    <a:pt x="2079786" y="2540"/>
                  </a:cubicBezTo>
                  <a:cubicBezTo>
                    <a:pt x="2077246" y="-1270"/>
                    <a:pt x="2072166" y="0"/>
                    <a:pt x="2069626" y="1270"/>
                  </a:cubicBezTo>
                  <a:cubicBezTo>
                    <a:pt x="2065816" y="3810"/>
                    <a:pt x="2064546" y="7620"/>
                    <a:pt x="2062006" y="11430"/>
                  </a:cubicBezTo>
                  <a:cubicBezTo>
                    <a:pt x="2055656" y="12700"/>
                    <a:pt x="2046766" y="13970"/>
                    <a:pt x="2040416" y="17780"/>
                  </a:cubicBezTo>
                  <a:cubicBezTo>
                    <a:pt x="2035336" y="20320"/>
                    <a:pt x="2032796" y="21590"/>
                    <a:pt x="2028986" y="19050"/>
                  </a:cubicBezTo>
                  <a:lnTo>
                    <a:pt x="2027716" y="20320"/>
                  </a:lnTo>
                  <a:cubicBezTo>
                    <a:pt x="2030256" y="22860"/>
                    <a:pt x="2031526" y="26670"/>
                    <a:pt x="2034066" y="29210"/>
                  </a:cubicBezTo>
                  <a:cubicBezTo>
                    <a:pt x="2030256" y="30480"/>
                    <a:pt x="2025176" y="33020"/>
                    <a:pt x="2022636" y="31750"/>
                  </a:cubicBezTo>
                  <a:cubicBezTo>
                    <a:pt x="2016286" y="30480"/>
                    <a:pt x="2013746" y="33020"/>
                    <a:pt x="2008666" y="35560"/>
                  </a:cubicBezTo>
                  <a:cubicBezTo>
                    <a:pt x="2003586" y="39370"/>
                    <a:pt x="1997236" y="41910"/>
                    <a:pt x="1992156" y="44450"/>
                  </a:cubicBezTo>
                  <a:cubicBezTo>
                    <a:pt x="1990886" y="44450"/>
                    <a:pt x="1989616" y="44450"/>
                    <a:pt x="1988346" y="43180"/>
                  </a:cubicBezTo>
                  <a:cubicBezTo>
                    <a:pt x="1987076" y="43180"/>
                    <a:pt x="1985806" y="41910"/>
                    <a:pt x="1985806" y="41910"/>
                  </a:cubicBezTo>
                  <a:cubicBezTo>
                    <a:pt x="1979456" y="44450"/>
                    <a:pt x="1973106" y="46990"/>
                    <a:pt x="1966756" y="44450"/>
                  </a:cubicBezTo>
                  <a:cubicBezTo>
                    <a:pt x="1965486" y="44450"/>
                    <a:pt x="1965486" y="45720"/>
                    <a:pt x="1964216" y="45720"/>
                  </a:cubicBezTo>
                  <a:cubicBezTo>
                    <a:pt x="1956596" y="48260"/>
                    <a:pt x="1951516" y="57150"/>
                    <a:pt x="1941356" y="57150"/>
                  </a:cubicBezTo>
                  <a:cubicBezTo>
                    <a:pt x="1933736" y="57150"/>
                    <a:pt x="1926116" y="63500"/>
                    <a:pt x="1918496" y="63500"/>
                  </a:cubicBezTo>
                  <a:cubicBezTo>
                    <a:pt x="1909606" y="64770"/>
                    <a:pt x="1901986" y="67310"/>
                    <a:pt x="1894366" y="71120"/>
                  </a:cubicBezTo>
                  <a:cubicBezTo>
                    <a:pt x="1891826" y="72390"/>
                    <a:pt x="1889286" y="72390"/>
                    <a:pt x="1888016" y="72390"/>
                  </a:cubicBezTo>
                  <a:cubicBezTo>
                    <a:pt x="1881666" y="69850"/>
                    <a:pt x="1877856" y="73660"/>
                    <a:pt x="1875316" y="77470"/>
                  </a:cubicBezTo>
                  <a:cubicBezTo>
                    <a:pt x="1868966" y="86360"/>
                    <a:pt x="1858806" y="88900"/>
                    <a:pt x="1849916" y="91440"/>
                  </a:cubicBezTo>
                  <a:cubicBezTo>
                    <a:pt x="1838486" y="93980"/>
                    <a:pt x="1827056" y="95250"/>
                    <a:pt x="1815626" y="96520"/>
                  </a:cubicBezTo>
                  <a:cubicBezTo>
                    <a:pt x="1814356" y="96520"/>
                    <a:pt x="1813086" y="100330"/>
                    <a:pt x="1810546" y="101600"/>
                  </a:cubicBezTo>
                  <a:cubicBezTo>
                    <a:pt x="1809276" y="101600"/>
                    <a:pt x="1808006" y="100330"/>
                    <a:pt x="1808006" y="100330"/>
                  </a:cubicBezTo>
                  <a:cubicBezTo>
                    <a:pt x="1801656" y="107950"/>
                    <a:pt x="1797846" y="119380"/>
                    <a:pt x="1785146" y="118110"/>
                  </a:cubicBezTo>
                  <a:lnTo>
                    <a:pt x="1783876" y="118110"/>
                  </a:lnTo>
                  <a:cubicBezTo>
                    <a:pt x="1773716" y="124460"/>
                    <a:pt x="1763556" y="121920"/>
                    <a:pt x="1754666" y="119380"/>
                  </a:cubicBezTo>
                  <a:cubicBezTo>
                    <a:pt x="1752126" y="119380"/>
                    <a:pt x="1748316" y="116840"/>
                    <a:pt x="1747046" y="114300"/>
                  </a:cubicBezTo>
                  <a:cubicBezTo>
                    <a:pt x="1743236" y="106680"/>
                    <a:pt x="1733076" y="104140"/>
                    <a:pt x="1725456" y="106680"/>
                  </a:cubicBezTo>
                  <a:cubicBezTo>
                    <a:pt x="1719106" y="109220"/>
                    <a:pt x="1712756" y="110490"/>
                    <a:pt x="1706406" y="113030"/>
                  </a:cubicBezTo>
                  <a:cubicBezTo>
                    <a:pt x="1696246" y="115570"/>
                    <a:pt x="1687356" y="116840"/>
                    <a:pt x="1677196" y="111760"/>
                  </a:cubicBezTo>
                  <a:cubicBezTo>
                    <a:pt x="1667036" y="106680"/>
                    <a:pt x="1659416" y="110490"/>
                    <a:pt x="1654336" y="121920"/>
                  </a:cubicBezTo>
                  <a:cubicBezTo>
                    <a:pt x="1650526" y="129540"/>
                    <a:pt x="1640366" y="130810"/>
                    <a:pt x="1634016" y="124460"/>
                  </a:cubicBezTo>
                  <a:cubicBezTo>
                    <a:pt x="1630206" y="120650"/>
                    <a:pt x="1627666" y="121920"/>
                    <a:pt x="1623856" y="124460"/>
                  </a:cubicBezTo>
                  <a:lnTo>
                    <a:pt x="1616236" y="132080"/>
                  </a:lnTo>
                  <a:cubicBezTo>
                    <a:pt x="1614966" y="133350"/>
                    <a:pt x="1612426" y="133350"/>
                    <a:pt x="1611156" y="133350"/>
                  </a:cubicBezTo>
                  <a:lnTo>
                    <a:pt x="1603536" y="133350"/>
                  </a:lnTo>
                  <a:cubicBezTo>
                    <a:pt x="1598456" y="133350"/>
                    <a:pt x="1593376" y="132080"/>
                    <a:pt x="1588296" y="130810"/>
                  </a:cubicBezTo>
                  <a:cubicBezTo>
                    <a:pt x="1581946" y="129540"/>
                    <a:pt x="1576866" y="125730"/>
                    <a:pt x="1570516" y="124460"/>
                  </a:cubicBezTo>
                  <a:cubicBezTo>
                    <a:pt x="1560356" y="123190"/>
                    <a:pt x="1557816" y="114300"/>
                    <a:pt x="1554006" y="107950"/>
                  </a:cubicBezTo>
                  <a:cubicBezTo>
                    <a:pt x="1551466" y="104140"/>
                    <a:pt x="1546386" y="99060"/>
                    <a:pt x="1541306" y="100330"/>
                  </a:cubicBezTo>
                  <a:cubicBezTo>
                    <a:pt x="1536226" y="102870"/>
                    <a:pt x="1531146" y="100330"/>
                    <a:pt x="1527336" y="99060"/>
                  </a:cubicBezTo>
                  <a:cubicBezTo>
                    <a:pt x="1526066" y="99060"/>
                    <a:pt x="1523526" y="97790"/>
                    <a:pt x="1522256" y="97790"/>
                  </a:cubicBezTo>
                  <a:cubicBezTo>
                    <a:pt x="1513366" y="95250"/>
                    <a:pt x="1507016" y="100330"/>
                    <a:pt x="1500666" y="106680"/>
                  </a:cubicBezTo>
                  <a:lnTo>
                    <a:pt x="1495586" y="111760"/>
                  </a:lnTo>
                  <a:cubicBezTo>
                    <a:pt x="1494316" y="113030"/>
                    <a:pt x="1494316" y="115570"/>
                    <a:pt x="1493046" y="116840"/>
                  </a:cubicBezTo>
                  <a:cubicBezTo>
                    <a:pt x="1485426" y="123190"/>
                    <a:pt x="1477806" y="120650"/>
                    <a:pt x="1468916" y="116840"/>
                  </a:cubicBezTo>
                  <a:cubicBezTo>
                    <a:pt x="1461296" y="113030"/>
                    <a:pt x="1452406" y="116840"/>
                    <a:pt x="1449866" y="124460"/>
                  </a:cubicBezTo>
                  <a:cubicBezTo>
                    <a:pt x="1448596" y="129540"/>
                    <a:pt x="1447326" y="133350"/>
                    <a:pt x="1440976" y="135890"/>
                  </a:cubicBezTo>
                  <a:cubicBezTo>
                    <a:pt x="1434626" y="139700"/>
                    <a:pt x="1427006" y="142240"/>
                    <a:pt x="1425736" y="151130"/>
                  </a:cubicBezTo>
                  <a:cubicBezTo>
                    <a:pt x="1425736" y="152400"/>
                    <a:pt x="1424466" y="153670"/>
                    <a:pt x="1423196" y="153670"/>
                  </a:cubicBezTo>
                  <a:cubicBezTo>
                    <a:pt x="1419386" y="154940"/>
                    <a:pt x="1416846" y="156210"/>
                    <a:pt x="1413036" y="157480"/>
                  </a:cubicBezTo>
                  <a:lnTo>
                    <a:pt x="1401606" y="157480"/>
                  </a:lnTo>
                  <a:cubicBezTo>
                    <a:pt x="1393986" y="156210"/>
                    <a:pt x="1386366" y="153670"/>
                    <a:pt x="1378746" y="152400"/>
                  </a:cubicBezTo>
                  <a:cubicBezTo>
                    <a:pt x="1369856" y="151130"/>
                    <a:pt x="1362236" y="156210"/>
                    <a:pt x="1353346" y="157480"/>
                  </a:cubicBezTo>
                  <a:lnTo>
                    <a:pt x="1352076" y="158750"/>
                  </a:lnTo>
                  <a:cubicBezTo>
                    <a:pt x="1349536" y="162560"/>
                    <a:pt x="1345726" y="161290"/>
                    <a:pt x="1343186" y="158750"/>
                  </a:cubicBezTo>
                  <a:cubicBezTo>
                    <a:pt x="1338106" y="153670"/>
                    <a:pt x="1329216" y="152400"/>
                    <a:pt x="1322866" y="154940"/>
                  </a:cubicBezTo>
                  <a:cubicBezTo>
                    <a:pt x="1315246" y="158750"/>
                    <a:pt x="1307626" y="161290"/>
                    <a:pt x="1300006" y="163830"/>
                  </a:cubicBezTo>
                  <a:cubicBezTo>
                    <a:pt x="1297466" y="163830"/>
                    <a:pt x="1294926" y="162560"/>
                    <a:pt x="1293656" y="162560"/>
                  </a:cubicBezTo>
                  <a:cubicBezTo>
                    <a:pt x="1291116" y="162560"/>
                    <a:pt x="1287306" y="161290"/>
                    <a:pt x="1286036" y="162560"/>
                  </a:cubicBezTo>
                  <a:cubicBezTo>
                    <a:pt x="1275876" y="170180"/>
                    <a:pt x="1265716" y="167640"/>
                    <a:pt x="1256826" y="162560"/>
                  </a:cubicBezTo>
                  <a:cubicBezTo>
                    <a:pt x="1251746" y="160020"/>
                    <a:pt x="1244126" y="157480"/>
                    <a:pt x="1241586" y="149860"/>
                  </a:cubicBezTo>
                  <a:cubicBezTo>
                    <a:pt x="1240316" y="144780"/>
                    <a:pt x="1235236" y="139700"/>
                    <a:pt x="1231426" y="135890"/>
                  </a:cubicBezTo>
                  <a:cubicBezTo>
                    <a:pt x="1225076" y="129540"/>
                    <a:pt x="1218726" y="120650"/>
                    <a:pt x="1207296" y="120650"/>
                  </a:cubicBezTo>
                  <a:cubicBezTo>
                    <a:pt x="1204756" y="120650"/>
                    <a:pt x="1202216" y="115570"/>
                    <a:pt x="1200946" y="116840"/>
                  </a:cubicBezTo>
                  <a:cubicBezTo>
                    <a:pt x="1195866" y="118110"/>
                    <a:pt x="1195866" y="115570"/>
                    <a:pt x="1193326" y="113030"/>
                  </a:cubicBezTo>
                  <a:cubicBezTo>
                    <a:pt x="1190786" y="110490"/>
                    <a:pt x="1186976" y="107950"/>
                    <a:pt x="1184436" y="104140"/>
                  </a:cubicBezTo>
                  <a:cubicBezTo>
                    <a:pt x="1180626" y="99060"/>
                    <a:pt x="1176816" y="92710"/>
                    <a:pt x="1173006" y="87630"/>
                  </a:cubicBezTo>
                  <a:cubicBezTo>
                    <a:pt x="1169196" y="82550"/>
                    <a:pt x="1166656" y="76200"/>
                    <a:pt x="1162846" y="71120"/>
                  </a:cubicBezTo>
                  <a:cubicBezTo>
                    <a:pt x="1161576" y="69850"/>
                    <a:pt x="1157766" y="68580"/>
                    <a:pt x="1156496" y="69850"/>
                  </a:cubicBezTo>
                  <a:lnTo>
                    <a:pt x="1141256" y="77470"/>
                  </a:lnTo>
                  <a:cubicBezTo>
                    <a:pt x="1138716" y="78740"/>
                    <a:pt x="1137446" y="81280"/>
                    <a:pt x="1136176" y="83820"/>
                  </a:cubicBezTo>
                  <a:lnTo>
                    <a:pt x="1134906" y="82550"/>
                  </a:lnTo>
                  <a:cubicBezTo>
                    <a:pt x="1136176" y="78740"/>
                    <a:pt x="1137446" y="74930"/>
                    <a:pt x="1138716" y="73660"/>
                  </a:cubicBezTo>
                  <a:lnTo>
                    <a:pt x="1123476" y="69850"/>
                  </a:lnTo>
                  <a:cubicBezTo>
                    <a:pt x="1119666" y="68580"/>
                    <a:pt x="1113316" y="68580"/>
                    <a:pt x="1110776" y="68580"/>
                  </a:cubicBezTo>
                  <a:lnTo>
                    <a:pt x="1090456" y="68580"/>
                  </a:lnTo>
                  <a:cubicBezTo>
                    <a:pt x="1082836" y="68580"/>
                    <a:pt x="1076486" y="67310"/>
                    <a:pt x="1068866" y="68580"/>
                  </a:cubicBezTo>
                  <a:cubicBezTo>
                    <a:pt x="1063786" y="69850"/>
                    <a:pt x="1059976" y="67310"/>
                    <a:pt x="1056166" y="64770"/>
                  </a:cubicBezTo>
                  <a:cubicBezTo>
                    <a:pt x="1046006" y="57150"/>
                    <a:pt x="1035846" y="48260"/>
                    <a:pt x="1021876" y="52070"/>
                  </a:cubicBezTo>
                  <a:cubicBezTo>
                    <a:pt x="1020606" y="52070"/>
                    <a:pt x="1018066" y="50800"/>
                    <a:pt x="1016796" y="49530"/>
                  </a:cubicBezTo>
                  <a:cubicBezTo>
                    <a:pt x="1012986" y="48260"/>
                    <a:pt x="1010446" y="45720"/>
                    <a:pt x="1005366" y="43180"/>
                  </a:cubicBezTo>
                  <a:cubicBezTo>
                    <a:pt x="1005366" y="46990"/>
                    <a:pt x="1005366" y="48260"/>
                    <a:pt x="1006636" y="50800"/>
                  </a:cubicBezTo>
                  <a:cubicBezTo>
                    <a:pt x="1004096" y="53340"/>
                    <a:pt x="1002826" y="52070"/>
                    <a:pt x="1001556" y="50800"/>
                  </a:cubicBezTo>
                  <a:cubicBezTo>
                    <a:pt x="1000286" y="52070"/>
                    <a:pt x="999016" y="54610"/>
                    <a:pt x="997746" y="54610"/>
                  </a:cubicBezTo>
                  <a:cubicBezTo>
                    <a:pt x="991396" y="57150"/>
                    <a:pt x="985046" y="58420"/>
                    <a:pt x="978696" y="60960"/>
                  </a:cubicBezTo>
                  <a:cubicBezTo>
                    <a:pt x="976156" y="62230"/>
                    <a:pt x="973616" y="63500"/>
                    <a:pt x="972346" y="64770"/>
                  </a:cubicBezTo>
                  <a:cubicBezTo>
                    <a:pt x="967266" y="68580"/>
                    <a:pt x="963456" y="74930"/>
                    <a:pt x="954566" y="73660"/>
                  </a:cubicBezTo>
                  <a:cubicBezTo>
                    <a:pt x="953296" y="73660"/>
                    <a:pt x="950756" y="76200"/>
                    <a:pt x="948216" y="76200"/>
                  </a:cubicBezTo>
                  <a:cubicBezTo>
                    <a:pt x="945676" y="77470"/>
                    <a:pt x="941866" y="77470"/>
                    <a:pt x="939326" y="78740"/>
                  </a:cubicBezTo>
                  <a:lnTo>
                    <a:pt x="936786" y="78740"/>
                  </a:lnTo>
                  <a:cubicBezTo>
                    <a:pt x="929166" y="81280"/>
                    <a:pt x="922816" y="83820"/>
                    <a:pt x="915196" y="85090"/>
                  </a:cubicBezTo>
                  <a:lnTo>
                    <a:pt x="910116" y="85090"/>
                  </a:lnTo>
                  <a:cubicBezTo>
                    <a:pt x="903766" y="85090"/>
                    <a:pt x="898686" y="83820"/>
                    <a:pt x="892336" y="83820"/>
                  </a:cubicBezTo>
                  <a:cubicBezTo>
                    <a:pt x="885986" y="83820"/>
                    <a:pt x="879636" y="86360"/>
                    <a:pt x="873286" y="86360"/>
                  </a:cubicBezTo>
                  <a:cubicBezTo>
                    <a:pt x="865666" y="86360"/>
                    <a:pt x="856776" y="86360"/>
                    <a:pt x="850426" y="81280"/>
                  </a:cubicBezTo>
                  <a:cubicBezTo>
                    <a:pt x="849156" y="80010"/>
                    <a:pt x="845346" y="80010"/>
                    <a:pt x="842806" y="81280"/>
                  </a:cubicBezTo>
                  <a:cubicBezTo>
                    <a:pt x="833916" y="82550"/>
                    <a:pt x="825026" y="83820"/>
                    <a:pt x="817406" y="86360"/>
                  </a:cubicBezTo>
                  <a:cubicBezTo>
                    <a:pt x="809786" y="88900"/>
                    <a:pt x="805976" y="86360"/>
                    <a:pt x="803436" y="80010"/>
                  </a:cubicBezTo>
                  <a:cubicBezTo>
                    <a:pt x="802166" y="77470"/>
                    <a:pt x="799626" y="74930"/>
                    <a:pt x="797086" y="72390"/>
                  </a:cubicBezTo>
                  <a:cubicBezTo>
                    <a:pt x="793276" y="69850"/>
                    <a:pt x="789466" y="66040"/>
                    <a:pt x="785656" y="66040"/>
                  </a:cubicBezTo>
                  <a:cubicBezTo>
                    <a:pt x="776766" y="66040"/>
                    <a:pt x="771686" y="60960"/>
                    <a:pt x="765336" y="57150"/>
                  </a:cubicBezTo>
                  <a:cubicBezTo>
                    <a:pt x="755176" y="50800"/>
                    <a:pt x="746286" y="43180"/>
                    <a:pt x="733586" y="44450"/>
                  </a:cubicBezTo>
                  <a:lnTo>
                    <a:pt x="733586" y="38100"/>
                  </a:lnTo>
                  <a:cubicBezTo>
                    <a:pt x="736126" y="38100"/>
                    <a:pt x="738666" y="38100"/>
                    <a:pt x="741206" y="36830"/>
                  </a:cubicBezTo>
                  <a:cubicBezTo>
                    <a:pt x="737396" y="34290"/>
                    <a:pt x="737396" y="30480"/>
                    <a:pt x="734856" y="27940"/>
                  </a:cubicBezTo>
                  <a:cubicBezTo>
                    <a:pt x="729776" y="24130"/>
                    <a:pt x="724696" y="22860"/>
                    <a:pt x="719616" y="20320"/>
                  </a:cubicBezTo>
                  <a:cubicBezTo>
                    <a:pt x="715806" y="19050"/>
                    <a:pt x="710726" y="19050"/>
                    <a:pt x="713266" y="25400"/>
                  </a:cubicBezTo>
                  <a:cubicBezTo>
                    <a:pt x="706916" y="26670"/>
                    <a:pt x="701836" y="26670"/>
                    <a:pt x="699296" y="29210"/>
                  </a:cubicBezTo>
                  <a:cubicBezTo>
                    <a:pt x="694216" y="33020"/>
                    <a:pt x="689136" y="30480"/>
                    <a:pt x="685326" y="27940"/>
                  </a:cubicBezTo>
                  <a:cubicBezTo>
                    <a:pt x="682786" y="26670"/>
                    <a:pt x="680246" y="25400"/>
                    <a:pt x="677706" y="26670"/>
                  </a:cubicBezTo>
                  <a:cubicBezTo>
                    <a:pt x="662466" y="34290"/>
                    <a:pt x="647226" y="30480"/>
                    <a:pt x="631986" y="30480"/>
                  </a:cubicBezTo>
                  <a:cubicBezTo>
                    <a:pt x="629446" y="30480"/>
                    <a:pt x="626906" y="29210"/>
                    <a:pt x="623096" y="29210"/>
                  </a:cubicBezTo>
                  <a:cubicBezTo>
                    <a:pt x="618016" y="27940"/>
                    <a:pt x="614206" y="25400"/>
                    <a:pt x="609126" y="24130"/>
                  </a:cubicBezTo>
                  <a:cubicBezTo>
                    <a:pt x="604046" y="22860"/>
                    <a:pt x="597696" y="21590"/>
                    <a:pt x="592616" y="20320"/>
                  </a:cubicBezTo>
                  <a:lnTo>
                    <a:pt x="588806" y="20320"/>
                  </a:lnTo>
                  <a:cubicBezTo>
                    <a:pt x="579916" y="20320"/>
                    <a:pt x="571026" y="21590"/>
                    <a:pt x="563406" y="21590"/>
                  </a:cubicBezTo>
                  <a:cubicBezTo>
                    <a:pt x="557056" y="21590"/>
                    <a:pt x="550706" y="19050"/>
                    <a:pt x="543086" y="17780"/>
                  </a:cubicBezTo>
                  <a:cubicBezTo>
                    <a:pt x="541816" y="7620"/>
                    <a:pt x="531656" y="10160"/>
                    <a:pt x="525306" y="5080"/>
                  </a:cubicBezTo>
                  <a:cubicBezTo>
                    <a:pt x="524036" y="3810"/>
                    <a:pt x="521496" y="5080"/>
                    <a:pt x="520226" y="5080"/>
                  </a:cubicBezTo>
                  <a:cubicBezTo>
                    <a:pt x="512606" y="3810"/>
                    <a:pt x="507526" y="7620"/>
                    <a:pt x="504986" y="13970"/>
                  </a:cubicBezTo>
                  <a:cubicBezTo>
                    <a:pt x="501176" y="20320"/>
                    <a:pt x="491016" y="22860"/>
                    <a:pt x="494826" y="33020"/>
                  </a:cubicBezTo>
                  <a:cubicBezTo>
                    <a:pt x="496096" y="34290"/>
                    <a:pt x="498636" y="35560"/>
                    <a:pt x="499906" y="38100"/>
                  </a:cubicBezTo>
                  <a:cubicBezTo>
                    <a:pt x="499906" y="41910"/>
                    <a:pt x="498636" y="44450"/>
                    <a:pt x="494826" y="43180"/>
                  </a:cubicBezTo>
                  <a:cubicBezTo>
                    <a:pt x="493556" y="43180"/>
                    <a:pt x="492286" y="45720"/>
                    <a:pt x="491016" y="46990"/>
                  </a:cubicBezTo>
                  <a:cubicBezTo>
                    <a:pt x="489746" y="48260"/>
                    <a:pt x="489746" y="50800"/>
                    <a:pt x="488476" y="50800"/>
                  </a:cubicBezTo>
                  <a:cubicBezTo>
                    <a:pt x="480856" y="53340"/>
                    <a:pt x="475776" y="59690"/>
                    <a:pt x="466886" y="58420"/>
                  </a:cubicBezTo>
                  <a:lnTo>
                    <a:pt x="464346" y="58420"/>
                  </a:lnTo>
                  <a:cubicBezTo>
                    <a:pt x="456726" y="64770"/>
                    <a:pt x="449106" y="63500"/>
                    <a:pt x="440216" y="62230"/>
                  </a:cubicBezTo>
                  <a:cubicBezTo>
                    <a:pt x="436406" y="60960"/>
                    <a:pt x="431326" y="62230"/>
                    <a:pt x="426246" y="62230"/>
                  </a:cubicBezTo>
                  <a:cubicBezTo>
                    <a:pt x="422436" y="62230"/>
                    <a:pt x="418626" y="62230"/>
                    <a:pt x="414816" y="59690"/>
                  </a:cubicBezTo>
                  <a:cubicBezTo>
                    <a:pt x="409736" y="57150"/>
                    <a:pt x="404656" y="53340"/>
                    <a:pt x="399576" y="50800"/>
                  </a:cubicBezTo>
                  <a:cubicBezTo>
                    <a:pt x="394496" y="48260"/>
                    <a:pt x="388146" y="48260"/>
                    <a:pt x="388146" y="39370"/>
                  </a:cubicBezTo>
                  <a:cubicBezTo>
                    <a:pt x="388146" y="38100"/>
                    <a:pt x="385606" y="36830"/>
                    <a:pt x="385606" y="35560"/>
                  </a:cubicBezTo>
                  <a:cubicBezTo>
                    <a:pt x="376716" y="43180"/>
                    <a:pt x="369096" y="49530"/>
                    <a:pt x="361476" y="55880"/>
                  </a:cubicBezTo>
                  <a:cubicBezTo>
                    <a:pt x="357666" y="59690"/>
                    <a:pt x="352586" y="64770"/>
                    <a:pt x="355126" y="71120"/>
                  </a:cubicBezTo>
                  <a:cubicBezTo>
                    <a:pt x="355126" y="72390"/>
                    <a:pt x="353856" y="73660"/>
                    <a:pt x="353856" y="74930"/>
                  </a:cubicBezTo>
                  <a:cubicBezTo>
                    <a:pt x="352586" y="77470"/>
                    <a:pt x="351316" y="80010"/>
                    <a:pt x="348776" y="81280"/>
                  </a:cubicBezTo>
                  <a:cubicBezTo>
                    <a:pt x="346236" y="85090"/>
                    <a:pt x="343696" y="88900"/>
                    <a:pt x="341156" y="93980"/>
                  </a:cubicBezTo>
                  <a:lnTo>
                    <a:pt x="333536" y="101600"/>
                  </a:lnTo>
                  <a:cubicBezTo>
                    <a:pt x="330996" y="105410"/>
                    <a:pt x="328456" y="109220"/>
                    <a:pt x="324646" y="111760"/>
                  </a:cubicBezTo>
                  <a:cubicBezTo>
                    <a:pt x="315756" y="119380"/>
                    <a:pt x="306866" y="127000"/>
                    <a:pt x="296706" y="134620"/>
                  </a:cubicBezTo>
                  <a:cubicBezTo>
                    <a:pt x="291626" y="139700"/>
                    <a:pt x="285276" y="143510"/>
                    <a:pt x="280196" y="148590"/>
                  </a:cubicBezTo>
                  <a:cubicBezTo>
                    <a:pt x="271306" y="156210"/>
                    <a:pt x="261146" y="162560"/>
                    <a:pt x="256066" y="173990"/>
                  </a:cubicBezTo>
                  <a:cubicBezTo>
                    <a:pt x="256066" y="175260"/>
                    <a:pt x="253526" y="176530"/>
                    <a:pt x="252256" y="177800"/>
                  </a:cubicBezTo>
                  <a:cubicBezTo>
                    <a:pt x="245906" y="182880"/>
                    <a:pt x="235746" y="182880"/>
                    <a:pt x="235746" y="193040"/>
                  </a:cubicBezTo>
                  <a:cubicBezTo>
                    <a:pt x="225586" y="193040"/>
                    <a:pt x="220506" y="200660"/>
                    <a:pt x="215426" y="207010"/>
                  </a:cubicBezTo>
                  <a:cubicBezTo>
                    <a:pt x="211616" y="212090"/>
                    <a:pt x="207806" y="218440"/>
                    <a:pt x="202726" y="222250"/>
                  </a:cubicBezTo>
                  <a:cubicBezTo>
                    <a:pt x="197646" y="224790"/>
                    <a:pt x="191296" y="223520"/>
                    <a:pt x="184946" y="223520"/>
                  </a:cubicBezTo>
                  <a:cubicBezTo>
                    <a:pt x="182406" y="223520"/>
                    <a:pt x="179866" y="223520"/>
                    <a:pt x="179866" y="224790"/>
                  </a:cubicBezTo>
                  <a:cubicBezTo>
                    <a:pt x="174786" y="229870"/>
                    <a:pt x="168436" y="233680"/>
                    <a:pt x="164626" y="240030"/>
                  </a:cubicBezTo>
                  <a:cubicBezTo>
                    <a:pt x="160816" y="246380"/>
                    <a:pt x="157006" y="250190"/>
                    <a:pt x="150656" y="251460"/>
                  </a:cubicBezTo>
                  <a:cubicBezTo>
                    <a:pt x="144306" y="252730"/>
                    <a:pt x="137956" y="259080"/>
                    <a:pt x="129066" y="255270"/>
                  </a:cubicBezTo>
                  <a:cubicBezTo>
                    <a:pt x="121446" y="252730"/>
                    <a:pt x="112556" y="255270"/>
                    <a:pt x="107476" y="250190"/>
                  </a:cubicBezTo>
                  <a:cubicBezTo>
                    <a:pt x="97316" y="251460"/>
                    <a:pt x="89696" y="254000"/>
                    <a:pt x="80806" y="255270"/>
                  </a:cubicBezTo>
                  <a:cubicBezTo>
                    <a:pt x="70646" y="257810"/>
                    <a:pt x="59216" y="256540"/>
                    <a:pt x="50326" y="264160"/>
                  </a:cubicBezTo>
                  <a:cubicBezTo>
                    <a:pt x="42706" y="270510"/>
                    <a:pt x="36356" y="276860"/>
                    <a:pt x="24926" y="275590"/>
                  </a:cubicBezTo>
                  <a:cubicBezTo>
                    <a:pt x="26196" y="283210"/>
                    <a:pt x="27466" y="289560"/>
                    <a:pt x="28736" y="297180"/>
                  </a:cubicBezTo>
                  <a:cubicBezTo>
                    <a:pt x="31276" y="317500"/>
                    <a:pt x="33816" y="337820"/>
                    <a:pt x="35086" y="358140"/>
                  </a:cubicBezTo>
                  <a:cubicBezTo>
                    <a:pt x="38896" y="383540"/>
                    <a:pt x="40166" y="407670"/>
                    <a:pt x="37626" y="431800"/>
                  </a:cubicBezTo>
                  <a:cubicBezTo>
                    <a:pt x="35086" y="466090"/>
                    <a:pt x="23656" y="1639570"/>
                    <a:pt x="12226" y="1671320"/>
                  </a:cubicBezTo>
                  <a:lnTo>
                    <a:pt x="796" y="1697990"/>
                  </a:lnTo>
                  <a:cubicBezTo>
                    <a:pt x="-1744" y="1704340"/>
                    <a:pt x="2066" y="1708150"/>
                    <a:pt x="8416" y="1709420"/>
                  </a:cubicBezTo>
                  <a:cubicBezTo>
                    <a:pt x="16036" y="1710690"/>
                    <a:pt x="18576" y="1715770"/>
                    <a:pt x="21116" y="1722120"/>
                  </a:cubicBezTo>
                  <a:cubicBezTo>
                    <a:pt x="23656" y="1732280"/>
                    <a:pt x="19846" y="1742440"/>
                    <a:pt x="24926" y="1752600"/>
                  </a:cubicBezTo>
                  <a:cubicBezTo>
                    <a:pt x="27466" y="1757680"/>
                    <a:pt x="24926" y="1766570"/>
                    <a:pt x="23656" y="1774190"/>
                  </a:cubicBezTo>
                  <a:cubicBezTo>
                    <a:pt x="22386" y="1784350"/>
                    <a:pt x="24926" y="1794510"/>
                    <a:pt x="28736" y="1803400"/>
                  </a:cubicBezTo>
                  <a:cubicBezTo>
                    <a:pt x="37626" y="1818640"/>
                    <a:pt x="38896" y="1836420"/>
                    <a:pt x="38896" y="1852930"/>
                  </a:cubicBezTo>
                  <a:cubicBezTo>
                    <a:pt x="38896" y="1856740"/>
                    <a:pt x="40166" y="1860550"/>
                    <a:pt x="41436" y="1863090"/>
                  </a:cubicBezTo>
                  <a:cubicBezTo>
                    <a:pt x="43976" y="1865630"/>
                    <a:pt x="49056" y="1868170"/>
                    <a:pt x="54136" y="1869440"/>
                  </a:cubicBezTo>
                  <a:lnTo>
                    <a:pt x="84616" y="1884680"/>
                  </a:lnTo>
                  <a:cubicBezTo>
                    <a:pt x="98586" y="1892300"/>
                    <a:pt x="110016" y="1891030"/>
                    <a:pt x="122716" y="1882140"/>
                  </a:cubicBezTo>
                  <a:cubicBezTo>
                    <a:pt x="123986" y="1880870"/>
                    <a:pt x="127796" y="1879600"/>
                    <a:pt x="129066" y="1879600"/>
                  </a:cubicBezTo>
                  <a:cubicBezTo>
                    <a:pt x="137956" y="1880870"/>
                    <a:pt x="146846" y="1880870"/>
                    <a:pt x="154466" y="1888490"/>
                  </a:cubicBezTo>
                  <a:cubicBezTo>
                    <a:pt x="163356" y="1896110"/>
                    <a:pt x="176056" y="1901190"/>
                    <a:pt x="186216" y="1907540"/>
                  </a:cubicBezTo>
                  <a:cubicBezTo>
                    <a:pt x="192566" y="1911350"/>
                    <a:pt x="200186" y="1916430"/>
                    <a:pt x="203996" y="1921510"/>
                  </a:cubicBezTo>
                  <a:cubicBezTo>
                    <a:pt x="206536" y="1924050"/>
                    <a:pt x="209076" y="1926590"/>
                    <a:pt x="211616" y="1927860"/>
                  </a:cubicBezTo>
                  <a:cubicBezTo>
                    <a:pt x="225586" y="1932940"/>
                    <a:pt x="233206" y="1945640"/>
                    <a:pt x="242096" y="1955800"/>
                  </a:cubicBezTo>
                  <a:cubicBezTo>
                    <a:pt x="249716" y="1964690"/>
                    <a:pt x="259876" y="1969770"/>
                    <a:pt x="271306" y="1971040"/>
                  </a:cubicBezTo>
                  <a:cubicBezTo>
                    <a:pt x="284006" y="1973580"/>
                    <a:pt x="296706" y="1974850"/>
                    <a:pt x="309406" y="1977390"/>
                  </a:cubicBezTo>
                  <a:cubicBezTo>
                    <a:pt x="314486" y="1978660"/>
                    <a:pt x="320836" y="1979930"/>
                    <a:pt x="325916" y="1982470"/>
                  </a:cubicBezTo>
                  <a:cubicBezTo>
                    <a:pt x="332266" y="1985010"/>
                    <a:pt x="338616" y="1985010"/>
                    <a:pt x="343696" y="1988820"/>
                  </a:cubicBezTo>
                  <a:cubicBezTo>
                    <a:pt x="351316" y="1995170"/>
                    <a:pt x="358936" y="1998980"/>
                    <a:pt x="369096" y="1996440"/>
                  </a:cubicBezTo>
                  <a:cubicBezTo>
                    <a:pt x="372906" y="1995170"/>
                    <a:pt x="377986" y="1997710"/>
                    <a:pt x="381796" y="1998980"/>
                  </a:cubicBezTo>
                  <a:cubicBezTo>
                    <a:pt x="383066" y="1998980"/>
                    <a:pt x="384336" y="2000250"/>
                    <a:pt x="385606" y="2000250"/>
                  </a:cubicBezTo>
                  <a:cubicBezTo>
                    <a:pt x="399576" y="2001520"/>
                    <a:pt x="412276" y="1998980"/>
                    <a:pt x="424976" y="1996440"/>
                  </a:cubicBezTo>
                  <a:cubicBezTo>
                    <a:pt x="430056" y="1995170"/>
                    <a:pt x="435136" y="1993900"/>
                    <a:pt x="440216" y="1991360"/>
                  </a:cubicBezTo>
                  <a:cubicBezTo>
                    <a:pt x="454186" y="1985010"/>
                    <a:pt x="468156" y="1978660"/>
                    <a:pt x="480856" y="1971040"/>
                  </a:cubicBezTo>
                  <a:cubicBezTo>
                    <a:pt x="489746" y="1965960"/>
                    <a:pt x="498636" y="1960880"/>
                    <a:pt x="508796" y="1965960"/>
                  </a:cubicBezTo>
                  <a:lnTo>
                    <a:pt x="513876" y="1965960"/>
                  </a:lnTo>
                  <a:cubicBezTo>
                    <a:pt x="522766" y="1965960"/>
                    <a:pt x="531656" y="1964690"/>
                    <a:pt x="539276" y="1963420"/>
                  </a:cubicBezTo>
                  <a:cubicBezTo>
                    <a:pt x="540546" y="1963420"/>
                    <a:pt x="543086" y="1963420"/>
                    <a:pt x="543086" y="1962150"/>
                  </a:cubicBezTo>
                  <a:cubicBezTo>
                    <a:pt x="546896" y="1957070"/>
                    <a:pt x="553246" y="1957070"/>
                    <a:pt x="559596" y="1955800"/>
                  </a:cubicBezTo>
                  <a:cubicBezTo>
                    <a:pt x="569756" y="1954530"/>
                    <a:pt x="579916" y="1954530"/>
                    <a:pt x="587536" y="1948180"/>
                  </a:cubicBezTo>
                  <a:cubicBezTo>
                    <a:pt x="595156" y="1943100"/>
                    <a:pt x="602776" y="1941830"/>
                    <a:pt x="611666" y="1940560"/>
                  </a:cubicBezTo>
                  <a:cubicBezTo>
                    <a:pt x="612936" y="1940560"/>
                    <a:pt x="615476" y="1939290"/>
                    <a:pt x="616746" y="1939290"/>
                  </a:cubicBezTo>
                  <a:cubicBezTo>
                    <a:pt x="623096" y="1938020"/>
                    <a:pt x="629446" y="1934210"/>
                    <a:pt x="634526" y="1935480"/>
                  </a:cubicBezTo>
                  <a:cubicBezTo>
                    <a:pt x="645956" y="1938020"/>
                    <a:pt x="651036" y="1934210"/>
                    <a:pt x="658656" y="1924050"/>
                  </a:cubicBezTo>
                  <a:cubicBezTo>
                    <a:pt x="659926" y="1921510"/>
                    <a:pt x="663736" y="1920240"/>
                    <a:pt x="666276" y="1918970"/>
                  </a:cubicBezTo>
                  <a:cubicBezTo>
                    <a:pt x="672626" y="1917700"/>
                    <a:pt x="678976" y="1918970"/>
                    <a:pt x="685326" y="1917700"/>
                  </a:cubicBezTo>
                  <a:cubicBezTo>
                    <a:pt x="689136" y="1917700"/>
                    <a:pt x="692946" y="1913890"/>
                    <a:pt x="695486" y="1913890"/>
                  </a:cubicBezTo>
                  <a:cubicBezTo>
                    <a:pt x="705646" y="1915160"/>
                    <a:pt x="717076" y="1911350"/>
                    <a:pt x="725966" y="1917700"/>
                  </a:cubicBezTo>
                  <a:cubicBezTo>
                    <a:pt x="727236" y="1918970"/>
                    <a:pt x="729776" y="1918970"/>
                    <a:pt x="732316" y="1918970"/>
                  </a:cubicBezTo>
                  <a:cubicBezTo>
                    <a:pt x="748826" y="1920240"/>
                    <a:pt x="762796" y="1925320"/>
                    <a:pt x="774226" y="1935480"/>
                  </a:cubicBezTo>
                  <a:cubicBezTo>
                    <a:pt x="778036" y="1939290"/>
                    <a:pt x="783116" y="1941830"/>
                    <a:pt x="786926" y="1944370"/>
                  </a:cubicBezTo>
                  <a:cubicBezTo>
                    <a:pt x="790736" y="1946910"/>
                    <a:pt x="795816" y="1946910"/>
                    <a:pt x="799626" y="1948180"/>
                  </a:cubicBezTo>
                  <a:cubicBezTo>
                    <a:pt x="803436" y="1949450"/>
                    <a:pt x="805976" y="1950720"/>
                    <a:pt x="809786" y="1950720"/>
                  </a:cubicBezTo>
                  <a:cubicBezTo>
                    <a:pt x="816136" y="1950720"/>
                    <a:pt x="821216" y="1953260"/>
                    <a:pt x="825026" y="1958340"/>
                  </a:cubicBezTo>
                  <a:cubicBezTo>
                    <a:pt x="826296" y="1959610"/>
                    <a:pt x="827566" y="1960880"/>
                    <a:pt x="828836" y="1963420"/>
                  </a:cubicBezTo>
                  <a:cubicBezTo>
                    <a:pt x="827566" y="1967230"/>
                    <a:pt x="835186" y="1977390"/>
                    <a:pt x="840266" y="1977390"/>
                  </a:cubicBezTo>
                  <a:cubicBezTo>
                    <a:pt x="849156" y="1977390"/>
                    <a:pt x="858046" y="1979930"/>
                    <a:pt x="865666" y="1986280"/>
                  </a:cubicBezTo>
                  <a:cubicBezTo>
                    <a:pt x="866936" y="1987550"/>
                    <a:pt x="869476" y="1987550"/>
                    <a:pt x="872016" y="1986280"/>
                  </a:cubicBezTo>
                  <a:cubicBezTo>
                    <a:pt x="875826" y="1985010"/>
                    <a:pt x="878366" y="1985010"/>
                    <a:pt x="880906" y="1988820"/>
                  </a:cubicBezTo>
                  <a:cubicBezTo>
                    <a:pt x="882176" y="1990090"/>
                    <a:pt x="887256" y="1990090"/>
                    <a:pt x="889796" y="1990090"/>
                  </a:cubicBezTo>
                  <a:cubicBezTo>
                    <a:pt x="896146" y="1990090"/>
                    <a:pt x="903766" y="1988820"/>
                    <a:pt x="910116" y="1990090"/>
                  </a:cubicBezTo>
                  <a:cubicBezTo>
                    <a:pt x="921546" y="1991360"/>
                    <a:pt x="931706" y="1992630"/>
                    <a:pt x="943136" y="1995170"/>
                  </a:cubicBezTo>
                  <a:cubicBezTo>
                    <a:pt x="945676" y="1995170"/>
                    <a:pt x="948216" y="1996440"/>
                    <a:pt x="949486" y="1997710"/>
                  </a:cubicBezTo>
                  <a:cubicBezTo>
                    <a:pt x="952026" y="2004060"/>
                    <a:pt x="958376" y="2004060"/>
                    <a:pt x="962186" y="2005330"/>
                  </a:cubicBezTo>
                  <a:cubicBezTo>
                    <a:pt x="965996" y="2006600"/>
                    <a:pt x="971076" y="2007870"/>
                    <a:pt x="973616" y="2007870"/>
                  </a:cubicBezTo>
                  <a:cubicBezTo>
                    <a:pt x="974886" y="2006600"/>
                    <a:pt x="977426" y="2005330"/>
                    <a:pt x="979966" y="2002790"/>
                  </a:cubicBezTo>
                  <a:cubicBezTo>
                    <a:pt x="974886" y="2002790"/>
                    <a:pt x="972346" y="2004060"/>
                    <a:pt x="969806" y="2004060"/>
                  </a:cubicBezTo>
                  <a:cubicBezTo>
                    <a:pt x="974886" y="1997710"/>
                    <a:pt x="979966" y="1996440"/>
                    <a:pt x="986316" y="2000250"/>
                  </a:cubicBezTo>
                  <a:cubicBezTo>
                    <a:pt x="993936" y="2006600"/>
                    <a:pt x="1000286" y="2006600"/>
                    <a:pt x="1009176" y="2000250"/>
                  </a:cubicBezTo>
                  <a:lnTo>
                    <a:pt x="1016796" y="1996440"/>
                  </a:lnTo>
                  <a:lnTo>
                    <a:pt x="1016796" y="1990090"/>
                  </a:lnTo>
                  <a:cubicBezTo>
                    <a:pt x="1020606" y="1991360"/>
                    <a:pt x="1024416" y="1993900"/>
                    <a:pt x="1026956" y="1993900"/>
                  </a:cubicBezTo>
                  <a:cubicBezTo>
                    <a:pt x="1034576" y="1990090"/>
                    <a:pt x="1042196" y="1986280"/>
                    <a:pt x="1048546" y="1981200"/>
                  </a:cubicBezTo>
                  <a:cubicBezTo>
                    <a:pt x="1056166" y="1976120"/>
                    <a:pt x="1062516" y="1969770"/>
                    <a:pt x="1068866" y="1964690"/>
                  </a:cubicBezTo>
                  <a:cubicBezTo>
                    <a:pt x="1070136" y="1964690"/>
                    <a:pt x="1070136" y="1963420"/>
                    <a:pt x="1071406" y="1963420"/>
                  </a:cubicBezTo>
                  <a:cubicBezTo>
                    <a:pt x="1080296" y="1960880"/>
                    <a:pt x="1087916" y="1959610"/>
                    <a:pt x="1096806" y="1957070"/>
                  </a:cubicBezTo>
                  <a:cubicBezTo>
                    <a:pt x="1101886" y="1955800"/>
                    <a:pt x="1105696" y="1953260"/>
                    <a:pt x="1110776" y="1951990"/>
                  </a:cubicBezTo>
                  <a:cubicBezTo>
                    <a:pt x="1114586" y="1950720"/>
                    <a:pt x="1117126" y="1950720"/>
                    <a:pt x="1120936" y="1949450"/>
                  </a:cubicBezTo>
                  <a:lnTo>
                    <a:pt x="1133636" y="1949450"/>
                  </a:lnTo>
                  <a:cubicBezTo>
                    <a:pt x="1136176" y="1949450"/>
                    <a:pt x="1139986" y="1949450"/>
                    <a:pt x="1142526" y="1948180"/>
                  </a:cubicBezTo>
                  <a:cubicBezTo>
                    <a:pt x="1143796" y="1945640"/>
                    <a:pt x="1146336" y="1941830"/>
                    <a:pt x="1147606" y="1941830"/>
                  </a:cubicBezTo>
                  <a:cubicBezTo>
                    <a:pt x="1151416" y="1941830"/>
                    <a:pt x="1153956" y="1944370"/>
                    <a:pt x="1157766" y="1945640"/>
                  </a:cubicBezTo>
                  <a:cubicBezTo>
                    <a:pt x="1159036" y="1945640"/>
                    <a:pt x="1159036" y="1946910"/>
                    <a:pt x="1159036" y="1948180"/>
                  </a:cubicBezTo>
                  <a:cubicBezTo>
                    <a:pt x="1164116" y="1953260"/>
                    <a:pt x="1167926" y="1959610"/>
                    <a:pt x="1173006" y="1964690"/>
                  </a:cubicBezTo>
                  <a:cubicBezTo>
                    <a:pt x="1179356" y="1971040"/>
                    <a:pt x="1185706" y="1971040"/>
                    <a:pt x="1189516" y="1967230"/>
                  </a:cubicBezTo>
                  <a:cubicBezTo>
                    <a:pt x="1195866" y="1962150"/>
                    <a:pt x="1200946" y="1958340"/>
                    <a:pt x="1209836" y="1960880"/>
                  </a:cubicBezTo>
                  <a:cubicBezTo>
                    <a:pt x="1211106" y="1960880"/>
                    <a:pt x="1213646" y="1962150"/>
                    <a:pt x="1214916" y="1960880"/>
                  </a:cubicBezTo>
                  <a:cubicBezTo>
                    <a:pt x="1221266" y="1958340"/>
                    <a:pt x="1228886" y="1955800"/>
                    <a:pt x="1235236" y="1951990"/>
                  </a:cubicBezTo>
                  <a:cubicBezTo>
                    <a:pt x="1239046" y="1950720"/>
                    <a:pt x="1244126" y="1950720"/>
                    <a:pt x="1245396" y="1948180"/>
                  </a:cubicBezTo>
                  <a:cubicBezTo>
                    <a:pt x="1249206" y="1940560"/>
                    <a:pt x="1255556" y="1936750"/>
                    <a:pt x="1261906" y="1931670"/>
                  </a:cubicBezTo>
                  <a:cubicBezTo>
                    <a:pt x="1265716" y="1927860"/>
                    <a:pt x="1269526" y="1922780"/>
                    <a:pt x="1273336" y="1921510"/>
                  </a:cubicBezTo>
                  <a:cubicBezTo>
                    <a:pt x="1282226" y="1918970"/>
                    <a:pt x="1288576" y="1911350"/>
                    <a:pt x="1296196" y="1906270"/>
                  </a:cubicBezTo>
                  <a:cubicBezTo>
                    <a:pt x="1302546" y="1902460"/>
                    <a:pt x="1306356" y="1894840"/>
                    <a:pt x="1312706" y="1893570"/>
                  </a:cubicBezTo>
                  <a:cubicBezTo>
                    <a:pt x="1322866" y="1891030"/>
                    <a:pt x="1330486" y="1884680"/>
                    <a:pt x="1339376" y="1878330"/>
                  </a:cubicBezTo>
                  <a:cubicBezTo>
                    <a:pt x="1344456" y="1874520"/>
                    <a:pt x="1350806" y="1871980"/>
                    <a:pt x="1357156" y="1873250"/>
                  </a:cubicBezTo>
                  <a:cubicBezTo>
                    <a:pt x="1360966" y="1874520"/>
                    <a:pt x="1366046" y="1873250"/>
                    <a:pt x="1368586" y="1871980"/>
                  </a:cubicBezTo>
                  <a:cubicBezTo>
                    <a:pt x="1373666" y="1869440"/>
                    <a:pt x="1378746" y="1865630"/>
                    <a:pt x="1383826" y="1863090"/>
                  </a:cubicBezTo>
                  <a:cubicBezTo>
                    <a:pt x="1387636" y="1860550"/>
                    <a:pt x="1391446" y="1858010"/>
                    <a:pt x="1395256" y="1858010"/>
                  </a:cubicBezTo>
                  <a:cubicBezTo>
                    <a:pt x="1407956" y="1856740"/>
                    <a:pt x="1418116" y="1854200"/>
                    <a:pt x="1424466" y="1841500"/>
                  </a:cubicBezTo>
                  <a:cubicBezTo>
                    <a:pt x="1427006" y="1836420"/>
                    <a:pt x="1439706" y="1830070"/>
                    <a:pt x="1444786" y="1832610"/>
                  </a:cubicBezTo>
                  <a:cubicBezTo>
                    <a:pt x="1453676" y="1836420"/>
                    <a:pt x="1460026" y="1833880"/>
                    <a:pt x="1465106" y="1826260"/>
                  </a:cubicBezTo>
                  <a:cubicBezTo>
                    <a:pt x="1468916" y="1822450"/>
                    <a:pt x="1473996" y="1823720"/>
                    <a:pt x="1477806" y="1826260"/>
                  </a:cubicBezTo>
                  <a:cubicBezTo>
                    <a:pt x="1480346" y="1828800"/>
                    <a:pt x="1482886" y="1830070"/>
                    <a:pt x="1485426" y="1830070"/>
                  </a:cubicBezTo>
                  <a:cubicBezTo>
                    <a:pt x="1494316" y="1831340"/>
                    <a:pt x="1504476" y="1830070"/>
                    <a:pt x="1513366" y="1831340"/>
                  </a:cubicBezTo>
                  <a:cubicBezTo>
                    <a:pt x="1520986" y="1832610"/>
                    <a:pt x="1528606" y="1830070"/>
                    <a:pt x="1533686" y="1824990"/>
                  </a:cubicBezTo>
                  <a:cubicBezTo>
                    <a:pt x="1538766" y="1819910"/>
                    <a:pt x="1542576" y="1819910"/>
                    <a:pt x="1550196" y="1822450"/>
                  </a:cubicBezTo>
                  <a:cubicBezTo>
                    <a:pt x="1556546" y="1824990"/>
                    <a:pt x="1561626" y="1831340"/>
                    <a:pt x="1570516" y="1830070"/>
                  </a:cubicBezTo>
                  <a:cubicBezTo>
                    <a:pt x="1578136" y="1828800"/>
                    <a:pt x="1587026" y="1832610"/>
                    <a:pt x="1595916" y="1828800"/>
                  </a:cubicBezTo>
                  <a:lnTo>
                    <a:pt x="1600996" y="1828800"/>
                  </a:lnTo>
                  <a:cubicBezTo>
                    <a:pt x="1608616" y="1831340"/>
                    <a:pt x="1616236" y="1832610"/>
                    <a:pt x="1622586" y="1838960"/>
                  </a:cubicBezTo>
                  <a:cubicBezTo>
                    <a:pt x="1630206" y="1845310"/>
                    <a:pt x="1631476" y="1798320"/>
                    <a:pt x="1639096" y="1803400"/>
                  </a:cubicBezTo>
                  <a:cubicBezTo>
                    <a:pt x="1650526" y="1811020"/>
                    <a:pt x="1647986" y="1803400"/>
                    <a:pt x="1659416" y="1809750"/>
                  </a:cubicBezTo>
                  <a:cubicBezTo>
                    <a:pt x="1668306" y="1813560"/>
                    <a:pt x="1664496" y="1799590"/>
                    <a:pt x="1674656" y="1802130"/>
                  </a:cubicBezTo>
                  <a:cubicBezTo>
                    <a:pt x="1675926" y="1802130"/>
                    <a:pt x="1691166" y="1812290"/>
                    <a:pt x="1691166" y="1811020"/>
                  </a:cubicBezTo>
                  <a:cubicBezTo>
                    <a:pt x="1697516" y="1807210"/>
                    <a:pt x="1703866" y="1769110"/>
                    <a:pt x="1710216" y="1770380"/>
                  </a:cubicBezTo>
                  <a:cubicBezTo>
                    <a:pt x="1722916" y="1774190"/>
                    <a:pt x="1734346" y="1771650"/>
                    <a:pt x="1745776" y="1766570"/>
                  </a:cubicBezTo>
                  <a:cubicBezTo>
                    <a:pt x="1752126" y="1764030"/>
                    <a:pt x="1762286" y="1755140"/>
                    <a:pt x="1767366" y="1758950"/>
                  </a:cubicBezTo>
                  <a:cubicBezTo>
                    <a:pt x="1776256" y="1765300"/>
                    <a:pt x="1785146" y="1767840"/>
                    <a:pt x="1795306" y="1769110"/>
                  </a:cubicBezTo>
                  <a:cubicBezTo>
                    <a:pt x="1796576" y="1769110"/>
                    <a:pt x="1797846" y="1770380"/>
                    <a:pt x="1799116" y="1771650"/>
                  </a:cubicBezTo>
                  <a:cubicBezTo>
                    <a:pt x="1802926" y="1776730"/>
                    <a:pt x="1820706" y="1762760"/>
                    <a:pt x="1824516" y="1767840"/>
                  </a:cubicBezTo>
                  <a:cubicBezTo>
                    <a:pt x="1829596" y="1775460"/>
                    <a:pt x="1834676" y="1783080"/>
                    <a:pt x="1839756" y="1789430"/>
                  </a:cubicBezTo>
                  <a:cubicBezTo>
                    <a:pt x="1842296" y="1791970"/>
                    <a:pt x="1846106" y="1793240"/>
                    <a:pt x="1847376" y="1795780"/>
                  </a:cubicBezTo>
                  <a:cubicBezTo>
                    <a:pt x="1848646" y="1802130"/>
                    <a:pt x="1851186" y="1804670"/>
                    <a:pt x="1857536" y="1804670"/>
                  </a:cubicBezTo>
                  <a:cubicBezTo>
                    <a:pt x="1861346" y="1804670"/>
                    <a:pt x="1865156" y="1805940"/>
                    <a:pt x="1867696" y="1808480"/>
                  </a:cubicBezTo>
                  <a:cubicBezTo>
                    <a:pt x="1874046" y="1812290"/>
                    <a:pt x="1879126" y="1816100"/>
                    <a:pt x="1884206" y="1819910"/>
                  </a:cubicBezTo>
                  <a:cubicBezTo>
                    <a:pt x="1890556" y="1823720"/>
                    <a:pt x="1896906" y="1827530"/>
                    <a:pt x="1899446" y="1833880"/>
                  </a:cubicBezTo>
                  <a:cubicBezTo>
                    <a:pt x="1900716" y="1836420"/>
                    <a:pt x="1901986" y="1837690"/>
                    <a:pt x="1903256" y="1838960"/>
                  </a:cubicBezTo>
                  <a:cubicBezTo>
                    <a:pt x="1908336" y="1844040"/>
                    <a:pt x="1913416" y="1847850"/>
                    <a:pt x="1918496" y="1852930"/>
                  </a:cubicBezTo>
                  <a:cubicBezTo>
                    <a:pt x="1926116" y="1859280"/>
                    <a:pt x="1932466" y="1866900"/>
                    <a:pt x="1940086" y="1873250"/>
                  </a:cubicBezTo>
                  <a:cubicBezTo>
                    <a:pt x="1942626" y="1874520"/>
                    <a:pt x="1945166" y="1877060"/>
                    <a:pt x="1947706" y="1878330"/>
                  </a:cubicBezTo>
                  <a:cubicBezTo>
                    <a:pt x="1952786" y="1880870"/>
                    <a:pt x="1957866" y="1883410"/>
                    <a:pt x="1961676" y="1887220"/>
                  </a:cubicBezTo>
                  <a:cubicBezTo>
                    <a:pt x="1965486" y="1891030"/>
                    <a:pt x="1983266" y="1868170"/>
                    <a:pt x="1985806" y="1873250"/>
                  </a:cubicBezTo>
                  <a:cubicBezTo>
                    <a:pt x="1985806" y="1874520"/>
                    <a:pt x="1987076" y="1874520"/>
                    <a:pt x="1988346" y="1874520"/>
                  </a:cubicBezTo>
                  <a:cubicBezTo>
                    <a:pt x="1995966" y="1880870"/>
                    <a:pt x="2003586" y="1878330"/>
                    <a:pt x="2011206" y="1875790"/>
                  </a:cubicBezTo>
                  <a:cubicBezTo>
                    <a:pt x="2013746" y="1874520"/>
                    <a:pt x="2016286" y="1873250"/>
                    <a:pt x="2017556" y="1874520"/>
                  </a:cubicBezTo>
                  <a:cubicBezTo>
                    <a:pt x="2026446" y="1878330"/>
                    <a:pt x="2032796" y="1887220"/>
                    <a:pt x="2044226" y="1888490"/>
                  </a:cubicBezTo>
                  <a:cubicBezTo>
                    <a:pt x="2044226" y="1888490"/>
                    <a:pt x="2045496" y="1888490"/>
                    <a:pt x="2045496" y="1889760"/>
                  </a:cubicBezTo>
                  <a:cubicBezTo>
                    <a:pt x="2048036" y="1897380"/>
                    <a:pt x="2055656" y="1897380"/>
                    <a:pt x="2062006" y="1898650"/>
                  </a:cubicBezTo>
                  <a:cubicBezTo>
                    <a:pt x="2065816" y="1898650"/>
                    <a:pt x="2069626" y="1899920"/>
                    <a:pt x="2072166" y="1901190"/>
                  </a:cubicBezTo>
                  <a:cubicBezTo>
                    <a:pt x="2079786" y="1905000"/>
                    <a:pt x="2087406" y="1910080"/>
                    <a:pt x="2096296" y="1912620"/>
                  </a:cubicBezTo>
                  <a:cubicBezTo>
                    <a:pt x="2107726" y="1916430"/>
                    <a:pt x="2119156" y="1918970"/>
                    <a:pt x="2128046" y="1925320"/>
                  </a:cubicBezTo>
                  <a:cubicBezTo>
                    <a:pt x="2129316" y="1925320"/>
                    <a:pt x="2130586" y="1925320"/>
                    <a:pt x="2130586" y="1926590"/>
                  </a:cubicBezTo>
                  <a:cubicBezTo>
                    <a:pt x="2134396" y="1929130"/>
                    <a:pt x="2140746" y="1930400"/>
                    <a:pt x="2143286" y="1934210"/>
                  </a:cubicBezTo>
                  <a:cubicBezTo>
                    <a:pt x="2147096" y="1941830"/>
                    <a:pt x="2157256" y="1940560"/>
                    <a:pt x="2162336" y="1946910"/>
                  </a:cubicBezTo>
                  <a:lnTo>
                    <a:pt x="2163606" y="1946910"/>
                  </a:lnTo>
                  <a:cubicBezTo>
                    <a:pt x="2168686" y="1946910"/>
                    <a:pt x="2173766" y="1948180"/>
                    <a:pt x="2180116" y="1948180"/>
                  </a:cubicBezTo>
                  <a:cubicBezTo>
                    <a:pt x="2182656" y="1946910"/>
                    <a:pt x="2186466" y="1944370"/>
                    <a:pt x="2189006" y="1944370"/>
                  </a:cubicBezTo>
                  <a:cubicBezTo>
                    <a:pt x="2200436" y="1948180"/>
                    <a:pt x="2211866" y="1948180"/>
                    <a:pt x="2219486" y="1938020"/>
                  </a:cubicBezTo>
                  <a:cubicBezTo>
                    <a:pt x="2220756" y="1936750"/>
                    <a:pt x="2223296" y="1936750"/>
                    <a:pt x="2225836" y="1936750"/>
                  </a:cubicBezTo>
                  <a:lnTo>
                    <a:pt x="2235996" y="1936750"/>
                  </a:lnTo>
                  <a:cubicBezTo>
                    <a:pt x="2247426" y="1934210"/>
                    <a:pt x="2257586" y="1931670"/>
                    <a:pt x="2269016" y="1930400"/>
                  </a:cubicBezTo>
                  <a:cubicBezTo>
                    <a:pt x="2274096" y="1929130"/>
                    <a:pt x="2280446" y="1931670"/>
                    <a:pt x="2285526" y="1932940"/>
                  </a:cubicBezTo>
                  <a:cubicBezTo>
                    <a:pt x="2290606" y="1934210"/>
                    <a:pt x="2295686" y="1934210"/>
                    <a:pt x="2300766" y="1934210"/>
                  </a:cubicBezTo>
                  <a:cubicBezTo>
                    <a:pt x="2307116" y="1934210"/>
                    <a:pt x="2312196" y="1931670"/>
                    <a:pt x="2318546" y="1931670"/>
                  </a:cubicBezTo>
                  <a:cubicBezTo>
                    <a:pt x="2323626" y="1930400"/>
                    <a:pt x="2329976" y="1930400"/>
                    <a:pt x="2335056" y="1929130"/>
                  </a:cubicBezTo>
                  <a:cubicBezTo>
                    <a:pt x="2346486" y="1926590"/>
                    <a:pt x="2356646" y="1924050"/>
                    <a:pt x="2368076" y="1922780"/>
                  </a:cubicBezTo>
                  <a:cubicBezTo>
                    <a:pt x="2375696" y="1879600"/>
                    <a:pt x="2374426" y="1828800"/>
                    <a:pt x="2374426" y="1776730"/>
                  </a:cubicBezTo>
                  <a:close/>
                </a:path>
              </a:pathLst>
            </a:custGeom>
            <a:blipFill>
              <a:blip r:embed="rId4"/>
              <a:stretch>
                <a:fillRect t="-51886" b="-5792"/>
              </a:stretch>
            </a:blipFill>
          </p:spPr>
        </p:sp>
      </p:grpSp>
      <p:grpSp>
        <p:nvGrpSpPr>
          <p:cNvPr id="7" name="Group 7"/>
          <p:cNvGrpSpPr/>
          <p:nvPr/>
        </p:nvGrpSpPr>
        <p:grpSpPr>
          <a:xfrm>
            <a:off x="12297489" y="1561026"/>
            <a:ext cx="4816394" cy="4079769"/>
            <a:chOff x="0" y="0"/>
            <a:chExt cx="2374900" cy="2011680"/>
          </a:xfrm>
        </p:grpSpPr>
        <p:sp>
          <p:nvSpPr>
            <p:cNvPr id="8" name="Freeform 8"/>
            <p:cNvSpPr/>
            <p:nvPr/>
          </p:nvSpPr>
          <p:spPr>
            <a:xfrm>
              <a:off x="-796" y="-1270"/>
              <a:ext cx="2374505" cy="2007870"/>
            </a:xfrm>
            <a:custGeom>
              <a:avLst/>
              <a:gdLst/>
              <a:ahLst/>
              <a:cxnLst/>
              <a:rect l="l" t="t" r="r" b="b"/>
              <a:pathLst>
                <a:path w="2374505" h="2007870">
                  <a:moveTo>
                    <a:pt x="2374426" y="1776730"/>
                  </a:moveTo>
                  <a:cubicBezTo>
                    <a:pt x="2373156" y="1275080"/>
                    <a:pt x="2357916" y="596900"/>
                    <a:pt x="2357916" y="96520"/>
                  </a:cubicBezTo>
                  <a:cubicBezTo>
                    <a:pt x="2357916" y="88900"/>
                    <a:pt x="2359186" y="81280"/>
                    <a:pt x="2359186" y="74930"/>
                  </a:cubicBezTo>
                  <a:cubicBezTo>
                    <a:pt x="2357916" y="73660"/>
                    <a:pt x="2356646" y="73660"/>
                    <a:pt x="2355376" y="72390"/>
                  </a:cubicBezTo>
                  <a:cubicBezTo>
                    <a:pt x="2355376" y="72390"/>
                    <a:pt x="2354106" y="73660"/>
                    <a:pt x="2354106" y="74930"/>
                  </a:cubicBezTo>
                  <a:cubicBezTo>
                    <a:pt x="2351566" y="81280"/>
                    <a:pt x="2346486" y="81280"/>
                    <a:pt x="2341406" y="81280"/>
                  </a:cubicBezTo>
                  <a:cubicBezTo>
                    <a:pt x="2335056" y="80010"/>
                    <a:pt x="2328706" y="73660"/>
                    <a:pt x="2321086" y="76200"/>
                  </a:cubicBezTo>
                  <a:cubicBezTo>
                    <a:pt x="2318546" y="77470"/>
                    <a:pt x="2313466" y="74930"/>
                    <a:pt x="2312196" y="72390"/>
                  </a:cubicBezTo>
                  <a:cubicBezTo>
                    <a:pt x="2308386" y="67310"/>
                    <a:pt x="2303306" y="67310"/>
                    <a:pt x="2298226" y="69850"/>
                  </a:cubicBezTo>
                  <a:cubicBezTo>
                    <a:pt x="2295686" y="71120"/>
                    <a:pt x="2293146" y="69850"/>
                    <a:pt x="2290606" y="69850"/>
                  </a:cubicBezTo>
                  <a:cubicBezTo>
                    <a:pt x="2286796" y="69850"/>
                    <a:pt x="2281716" y="68580"/>
                    <a:pt x="2277906" y="67310"/>
                  </a:cubicBezTo>
                  <a:cubicBezTo>
                    <a:pt x="2276636" y="67310"/>
                    <a:pt x="2274096" y="66040"/>
                    <a:pt x="2272826" y="66040"/>
                  </a:cubicBezTo>
                  <a:cubicBezTo>
                    <a:pt x="2269016" y="64770"/>
                    <a:pt x="2265206" y="60960"/>
                    <a:pt x="2261396" y="66040"/>
                  </a:cubicBezTo>
                  <a:cubicBezTo>
                    <a:pt x="2261396" y="66040"/>
                    <a:pt x="2258856" y="66040"/>
                    <a:pt x="2257586" y="64770"/>
                  </a:cubicBezTo>
                  <a:cubicBezTo>
                    <a:pt x="2256316" y="62230"/>
                    <a:pt x="2255046" y="58420"/>
                    <a:pt x="2253776" y="55880"/>
                  </a:cubicBezTo>
                  <a:cubicBezTo>
                    <a:pt x="2251236" y="52070"/>
                    <a:pt x="2251236" y="45720"/>
                    <a:pt x="2247426" y="43180"/>
                  </a:cubicBezTo>
                  <a:cubicBezTo>
                    <a:pt x="2244886" y="41910"/>
                    <a:pt x="2243616" y="40640"/>
                    <a:pt x="2242346" y="38100"/>
                  </a:cubicBezTo>
                  <a:cubicBezTo>
                    <a:pt x="2242346" y="36830"/>
                    <a:pt x="2239806" y="35560"/>
                    <a:pt x="2239806" y="34290"/>
                  </a:cubicBezTo>
                  <a:lnTo>
                    <a:pt x="2235996" y="30480"/>
                  </a:lnTo>
                  <a:cubicBezTo>
                    <a:pt x="2234726" y="27940"/>
                    <a:pt x="2233456" y="24130"/>
                    <a:pt x="2230916" y="22860"/>
                  </a:cubicBezTo>
                  <a:cubicBezTo>
                    <a:pt x="2225836" y="19050"/>
                    <a:pt x="2224566" y="13970"/>
                    <a:pt x="2227106" y="7620"/>
                  </a:cubicBezTo>
                  <a:cubicBezTo>
                    <a:pt x="2223296" y="6350"/>
                    <a:pt x="2220756" y="3810"/>
                    <a:pt x="2216946" y="3810"/>
                  </a:cubicBezTo>
                  <a:cubicBezTo>
                    <a:pt x="2201706" y="5080"/>
                    <a:pt x="2185196" y="7620"/>
                    <a:pt x="2169956" y="8890"/>
                  </a:cubicBezTo>
                  <a:cubicBezTo>
                    <a:pt x="2167416" y="8890"/>
                    <a:pt x="2163606" y="10160"/>
                    <a:pt x="2162336" y="11430"/>
                  </a:cubicBezTo>
                  <a:cubicBezTo>
                    <a:pt x="2152176" y="17780"/>
                    <a:pt x="2142016" y="12700"/>
                    <a:pt x="2131856" y="11430"/>
                  </a:cubicBezTo>
                  <a:cubicBezTo>
                    <a:pt x="2124236" y="11430"/>
                    <a:pt x="2116616" y="7620"/>
                    <a:pt x="2108996" y="6350"/>
                  </a:cubicBezTo>
                  <a:cubicBezTo>
                    <a:pt x="2100106" y="5080"/>
                    <a:pt x="2092486" y="6350"/>
                    <a:pt x="2083596" y="5080"/>
                  </a:cubicBezTo>
                  <a:cubicBezTo>
                    <a:pt x="2082326" y="5080"/>
                    <a:pt x="2081056" y="3810"/>
                    <a:pt x="2079786" y="2540"/>
                  </a:cubicBezTo>
                  <a:cubicBezTo>
                    <a:pt x="2077246" y="-1270"/>
                    <a:pt x="2072166" y="0"/>
                    <a:pt x="2069626" y="1270"/>
                  </a:cubicBezTo>
                  <a:cubicBezTo>
                    <a:pt x="2065816" y="3810"/>
                    <a:pt x="2064546" y="7620"/>
                    <a:pt x="2062006" y="11430"/>
                  </a:cubicBezTo>
                  <a:cubicBezTo>
                    <a:pt x="2055656" y="12700"/>
                    <a:pt x="2046766" y="13970"/>
                    <a:pt x="2040416" y="17780"/>
                  </a:cubicBezTo>
                  <a:cubicBezTo>
                    <a:pt x="2035336" y="20320"/>
                    <a:pt x="2032796" y="21590"/>
                    <a:pt x="2028986" y="19050"/>
                  </a:cubicBezTo>
                  <a:lnTo>
                    <a:pt x="2027716" y="20320"/>
                  </a:lnTo>
                  <a:cubicBezTo>
                    <a:pt x="2030256" y="22860"/>
                    <a:pt x="2031526" y="26670"/>
                    <a:pt x="2034066" y="29210"/>
                  </a:cubicBezTo>
                  <a:cubicBezTo>
                    <a:pt x="2030256" y="30480"/>
                    <a:pt x="2025176" y="33020"/>
                    <a:pt x="2022636" y="31750"/>
                  </a:cubicBezTo>
                  <a:cubicBezTo>
                    <a:pt x="2016286" y="30480"/>
                    <a:pt x="2013746" y="33020"/>
                    <a:pt x="2008666" y="35560"/>
                  </a:cubicBezTo>
                  <a:cubicBezTo>
                    <a:pt x="2003586" y="39370"/>
                    <a:pt x="1997236" y="41910"/>
                    <a:pt x="1992156" y="44450"/>
                  </a:cubicBezTo>
                  <a:cubicBezTo>
                    <a:pt x="1990886" y="44450"/>
                    <a:pt x="1989616" y="44450"/>
                    <a:pt x="1988346" y="43180"/>
                  </a:cubicBezTo>
                  <a:cubicBezTo>
                    <a:pt x="1987076" y="43180"/>
                    <a:pt x="1985806" y="41910"/>
                    <a:pt x="1985806" y="41910"/>
                  </a:cubicBezTo>
                  <a:cubicBezTo>
                    <a:pt x="1979456" y="44450"/>
                    <a:pt x="1973106" y="46990"/>
                    <a:pt x="1966756" y="44450"/>
                  </a:cubicBezTo>
                  <a:cubicBezTo>
                    <a:pt x="1965486" y="44450"/>
                    <a:pt x="1965486" y="45720"/>
                    <a:pt x="1964216" y="45720"/>
                  </a:cubicBezTo>
                  <a:cubicBezTo>
                    <a:pt x="1956596" y="48260"/>
                    <a:pt x="1951516" y="57150"/>
                    <a:pt x="1941356" y="57150"/>
                  </a:cubicBezTo>
                  <a:cubicBezTo>
                    <a:pt x="1933736" y="57150"/>
                    <a:pt x="1926116" y="63500"/>
                    <a:pt x="1918496" y="63500"/>
                  </a:cubicBezTo>
                  <a:cubicBezTo>
                    <a:pt x="1909606" y="64770"/>
                    <a:pt x="1901986" y="67310"/>
                    <a:pt x="1894366" y="71120"/>
                  </a:cubicBezTo>
                  <a:cubicBezTo>
                    <a:pt x="1891826" y="72390"/>
                    <a:pt x="1889286" y="72390"/>
                    <a:pt x="1888016" y="72390"/>
                  </a:cubicBezTo>
                  <a:cubicBezTo>
                    <a:pt x="1881666" y="69850"/>
                    <a:pt x="1877856" y="73660"/>
                    <a:pt x="1875316" y="77470"/>
                  </a:cubicBezTo>
                  <a:cubicBezTo>
                    <a:pt x="1868966" y="86360"/>
                    <a:pt x="1858806" y="88900"/>
                    <a:pt x="1849916" y="91440"/>
                  </a:cubicBezTo>
                  <a:cubicBezTo>
                    <a:pt x="1838486" y="93980"/>
                    <a:pt x="1827056" y="95250"/>
                    <a:pt x="1815626" y="96520"/>
                  </a:cubicBezTo>
                  <a:cubicBezTo>
                    <a:pt x="1814356" y="96520"/>
                    <a:pt x="1813086" y="100330"/>
                    <a:pt x="1810546" y="101600"/>
                  </a:cubicBezTo>
                  <a:cubicBezTo>
                    <a:pt x="1809276" y="101600"/>
                    <a:pt x="1808006" y="100330"/>
                    <a:pt x="1808006" y="100330"/>
                  </a:cubicBezTo>
                  <a:cubicBezTo>
                    <a:pt x="1801656" y="107950"/>
                    <a:pt x="1797846" y="119380"/>
                    <a:pt x="1785146" y="118110"/>
                  </a:cubicBezTo>
                  <a:lnTo>
                    <a:pt x="1783876" y="118110"/>
                  </a:lnTo>
                  <a:cubicBezTo>
                    <a:pt x="1773716" y="124460"/>
                    <a:pt x="1763556" y="121920"/>
                    <a:pt x="1754666" y="119380"/>
                  </a:cubicBezTo>
                  <a:cubicBezTo>
                    <a:pt x="1752126" y="119380"/>
                    <a:pt x="1748316" y="116840"/>
                    <a:pt x="1747046" y="114300"/>
                  </a:cubicBezTo>
                  <a:cubicBezTo>
                    <a:pt x="1743236" y="106680"/>
                    <a:pt x="1733076" y="104140"/>
                    <a:pt x="1725456" y="106680"/>
                  </a:cubicBezTo>
                  <a:cubicBezTo>
                    <a:pt x="1719106" y="109220"/>
                    <a:pt x="1712756" y="110490"/>
                    <a:pt x="1706406" y="113030"/>
                  </a:cubicBezTo>
                  <a:cubicBezTo>
                    <a:pt x="1696246" y="115570"/>
                    <a:pt x="1687356" y="116840"/>
                    <a:pt x="1677196" y="111760"/>
                  </a:cubicBezTo>
                  <a:cubicBezTo>
                    <a:pt x="1667036" y="106680"/>
                    <a:pt x="1659416" y="110490"/>
                    <a:pt x="1654336" y="121920"/>
                  </a:cubicBezTo>
                  <a:cubicBezTo>
                    <a:pt x="1650526" y="129540"/>
                    <a:pt x="1640366" y="130810"/>
                    <a:pt x="1634016" y="124460"/>
                  </a:cubicBezTo>
                  <a:cubicBezTo>
                    <a:pt x="1630206" y="120650"/>
                    <a:pt x="1627666" y="121920"/>
                    <a:pt x="1623856" y="124460"/>
                  </a:cubicBezTo>
                  <a:lnTo>
                    <a:pt x="1616236" y="132080"/>
                  </a:lnTo>
                  <a:cubicBezTo>
                    <a:pt x="1614966" y="133350"/>
                    <a:pt x="1612426" y="133350"/>
                    <a:pt x="1611156" y="133350"/>
                  </a:cubicBezTo>
                  <a:lnTo>
                    <a:pt x="1603536" y="133350"/>
                  </a:lnTo>
                  <a:cubicBezTo>
                    <a:pt x="1598456" y="133350"/>
                    <a:pt x="1593376" y="132080"/>
                    <a:pt x="1588296" y="130810"/>
                  </a:cubicBezTo>
                  <a:cubicBezTo>
                    <a:pt x="1581946" y="129540"/>
                    <a:pt x="1576866" y="125730"/>
                    <a:pt x="1570516" y="124460"/>
                  </a:cubicBezTo>
                  <a:cubicBezTo>
                    <a:pt x="1560356" y="123190"/>
                    <a:pt x="1557816" y="114300"/>
                    <a:pt x="1554006" y="107950"/>
                  </a:cubicBezTo>
                  <a:cubicBezTo>
                    <a:pt x="1551466" y="104140"/>
                    <a:pt x="1546386" y="99060"/>
                    <a:pt x="1541306" y="100330"/>
                  </a:cubicBezTo>
                  <a:cubicBezTo>
                    <a:pt x="1536226" y="102870"/>
                    <a:pt x="1531146" y="100330"/>
                    <a:pt x="1527336" y="99060"/>
                  </a:cubicBezTo>
                  <a:cubicBezTo>
                    <a:pt x="1526066" y="99060"/>
                    <a:pt x="1523526" y="97790"/>
                    <a:pt x="1522256" y="97790"/>
                  </a:cubicBezTo>
                  <a:cubicBezTo>
                    <a:pt x="1513366" y="95250"/>
                    <a:pt x="1507016" y="100330"/>
                    <a:pt x="1500666" y="106680"/>
                  </a:cubicBezTo>
                  <a:lnTo>
                    <a:pt x="1495586" y="111760"/>
                  </a:lnTo>
                  <a:cubicBezTo>
                    <a:pt x="1494316" y="113030"/>
                    <a:pt x="1494316" y="115570"/>
                    <a:pt x="1493046" y="116840"/>
                  </a:cubicBezTo>
                  <a:cubicBezTo>
                    <a:pt x="1485426" y="123190"/>
                    <a:pt x="1477806" y="120650"/>
                    <a:pt x="1468916" y="116840"/>
                  </a:cubicBezTo>
                  <a:cubicBezTo>
                    <a:pt x="1461296" y="113030"/>
                    <a:pt x="1452406" y="116840"/>
                    <a:pt x="1449866" y="124460"/>
                  </a:cubicBezTo>
                  <a:cubicBezTo>
                    <a:pt x="1448596" y="129540"/>
                    <a:pt x="1447326" y="133350"/>
                    <a:pt x="1440976" y="135890"/>
                  </a:cubicBezTo>
                  <a:cubicBezTo>
                    <a:pt x="1434626" y="139700"/>
                    <a:pt x="1427006" y="142240"/>
                    <a:pt x="1425736" y="151130"/>
                  </a:cubicBezTo>
                  <a:cubicBezTo>
                    <a:pt x="1425736" y="152400"/>
                    <a:pt x="1424466" y="153670"/>
                    <a:pt x="1423196" y="153670"/>
                  </a:cubicBezTo>
                  <a:cubicBezTo>
                    <a:pt x="1419386" y="154940"/>
                    <a:pt x="1416846" y="156210"/>
                    <a:pt x="1413036" y="157480"/>
                  </a:cubicBezTo>
                  <a:lnTo>
                    <a:pt x="1401606" y="157480"/>
                  </a:lnTo>
                  <a:cubicBezTo>
                    <a:pt x="1393986" y="156210"/>
                    <a:pt x="1386366" y="153670"/>
                    <a:pt x="1378746" y="152400"/>
                  </a:cubicBezTo>
                  <a:cubicBezTo>
                    <a:pt x="1369856" y="151130"/>
                    <a:pt x="1362236" y="156210"/>
                    <a:pt x="1353346" y="157480"/>
                  </a:cubicBezTo>
                  <a:lnTo>
                    <a:pt x="1352076" y="158750"/>
                  </a:lnTo>
                  <a:cubicBezTo>
                    <a:pt x="1349536" y="162560"/>
                    <a:pt x="1345726" y="161290"/>
                    <a:pt x="1343186" y="158750"/>
                  </a:cubicBezTo>
                  <a:cubicBezTo>
                    <a:pt x="1338106" y="153670"/>
                    <a:pt x="1329216" y="152400"/>
                    <a:pt x="1322866" y="154940"/>
                  </a:cubicBezTo>
                  <a:cubicBezTo>
                    <a:pt x="1315246" y="158750"/>
                    <a:pt x="1307626" y="161290"/>
                    <a:pt x="1300006" y="163830"/>
                  </a:cubicBezTo>
                  <a:cubicBezTo>
                    <a:pt x="1297466" y="163830"/>
                    <a:pt x="1294926" y="162560"/>
                    <a:pt x="1293656" y="162560"/>
                  </a:cubicBezTo>
                  <a:cubicBezTo>
                    <a:pt x="1291116" y="162560"/>
                    <a:pt x="1287306" y="161290"/>
                    <a:pt x="1286036" y="162560"/>
                  </a:cubicBezTo>
                  <a:cubicBezTo>
                    <a:pt x="1275876" y="170180"/>
                    <a:pt x="1265716" y="167640"/>
                    <a:pt x="1256826" y="162560"/>
                  </a:cubicBezTo>
                  <a:cubicBezTo>
                    <a:pt x="1251746" y="160020"/>
                    <a:pt x="1244126" y="157480"/>
                    <a:pt x="1241586" y="149860"/>
                  </a:cubicBezTo>
                  <a:cubicBezTo>
                    <a:pt x="1240316" y="144780"/>
                    <a:pt x="1235236" y="139700"/>
                    <a:pt x="1231426" y="135890"/>
                  </a:cubicBezTo>
                  <a:cubicBezTo>
                    <a:pt x="1225076" y="129540"/>
                    <a:pt x="1218726" y="120650"/>
                    <a:pt x="1207296" y="120650"/>
                  </a:cubicBezTo>
                  <a:cubicBezTo>
                    <a:pt x="1204756" y="120650"/>
                    <a:pt x="1202216" y="115570"/>
                    <a:pt x="1200946" y="116840"/>
                  </a:cubicBezTo>
                  <a:cubicBezTo>
                    <a:pt x="1195866" y="118110"/>
                    <a:pt x="1195866" y="115570"/>
                    <a:pt x="1193326" y="113030"/>
                  </a:cubicBezTo>
                  <a:cubicBezTo>
                    <a:pt x="1190786" y="110490"/>
                    <a:pt x="1186976" y="107950"/>
                    <a:pt x="1184436" y="104140"/>
                  </a:cubicBezTo>
                  <a:cubicBezTo>
                    <a:pt x="1180626" y="99060"/>
                    <a:pt x="1176816" y="92710"/>
                    <a:pt x="1173006" y="87630"/>
                  </a:cubicBezTo>
                  <a:cubicBezTo>
                    <a:pt x="1169196" y="82550"/>
                    <a:pt x="1166656" y="76200"/>
                    <a:pt x="1162846" y="71120"/>
                  </a:cubicBezTo>
                  <a:cubicBezTo>
                    <a:pt x="1161576" y="69850"/>
                    <a:pt x="1157766" y="68580"/>
                    <a:pt x="1156496" y="69850"/>
                  </a:cubicBezTo>
                  <a:lnTo>
                    <a:pt x="1141256" y="77470"/>
                  </a:lnTo>
                  <a:cubicBezTo>
                    <a:pt x="1138716" y="78740"/>
                    <a:pt x="1137446" y="81280"/>
                    <a:pt x="1136176" y="83820"/>
                  </a:cubicBezTo>
                  <a:lnTo>
                    <a:pt x="1134906" y="82550"/>
                  </a:lnTo>
                  <a:cubicBezTo>
                    <a:pt x="1136176" y="78740"/>
                    <a:pt x="1137446" y="74930"/>
                    <a:pt x="1138716" y="73660"/>
                  </a:cubicBezTo>
                  <a:lnTo>
                    <a:pt x="1123476" y="69850"/>
                  </a:lnTo>
                  <a:cubicBezTo>
                    <a:pt x="1119666" y="68580"/>
                    <a:pt x="1113316" y="68580"/>
                    <a:pt x="1110776" y="68580"/>
                  </a:cubicBezTo>
                  <a:lnTo>
                    <a:pt x="1090456" y="68580"/>
                  </a:lnTo>
                  <a:cubicBezTo>
                    <a:pt x="1082836" y="68580"/>
                    <a:pt x="1076486" y="67310"/>
                    <a:pt x="1068866" y="68580"/>
                  </a:cubicBezTo>
                  <a:cubicBezTo>
                    <a:pt x="1063786" y="69850"/>
                    <a:pt x="1059976" y="67310"/>
                    <a:pt x="1056166" y="64770"/>
                  </a:cubicBezTo>
                  <a:cubicBezTo>
                    <a:pt x="1046006" y="57150"/>
                    <a:pt x="1035846" y="48260"/>
                    <a:pt x="1021876" y="52070"/>
                  </a:cubicBezTo>
                  <a:cubicBezTo>
                    <a:pt x="1020606" y="52070"/>
                    <a:pt x="1018066" y="50800"/>
                    <a:pt x="1016796" y="49530"/>
                  </a:cubicBezTo>
                  <a:cubicBezTo>
                    <a:pt x="1012986" y="48260"/>
                    <a:pt x="1010446" y="45720"/>
                    <a:pt x="1005366" y="43180"/>
                  </a:cubicBezTo>
                  <a:cubicBezTo>
                    <a:pt x="1005366" y="46990"/>
                    <a:pt x="1005366" y="48260"/>
                    <a:pt x="1006636" y="50800"/>
                  </a:cubicBezTo>
                  <a:cubicBezTo>
                    <a:pt x="1004096" y="53340"/>
                    <a:pt x="1002826" y="52070"/>
                    <a:pt x="1001556" y="50800"/>
                  </a:cubicBezTo>
                  <a:cubicBezTo>
                    <a:pt x="1000286" y="52070"/>
                    <a:pt x="999016" y="54610"/>
                    <a:pt x="997746" y="54610"/>
                  </a:cubicBezTo>
                  <a:cubicBezTo>
                    <a:pt x="991396" y="57150"/>
                    <a:pt x="985046" y="58420"/>
                    <a:pt x="978696" y="60960"/>
                  </a:cubicBezTo>
                  <a:cubicBezTo>
                    <a:pt x="976156" y="62230"/>
                    <a:pt x="973616" y="63500"/>
                    <a:pt x="972346" y="64770"/>
                  </a:cubicBezTo>
                  <a:cubicBezTo>
                    <a:pt x="967266" y="68580"/>
                    <a:pt x="963456" y="74930"/>
                    <a:pt x="954566" y="73660"/>
                  </a:cubicBezTo>
                  <a:cubicBezTo>
                    <a:pt x="953296" y="73660"/>
                    <a:pt x="950756" y="76200"/>
                    <a:pt x="948216" y="76200"/>
                  </a:cubicBezTo>
                  <a:cubicBezTo>
                    <a:pt x="945676" y="77470"/>
                    <a:pt x="941866" y="77470"/>
                    <a:pt x="939326" y="78740"/>
                  </a:cubicBezTo>
                  <a:lnTo>
                    <a:pt x="936786" y="78740"/>
                  </a:lnTo>
                  <a:cubicBezTo>
                    <a:pt x="929166" y="81280"/>
                    <a:pt x="922816" y="83820"/>
                    <a:pt x="915196" y="85090"/>
                  </a:cubicBezTo>
                  <a:lnTo>
                    <a:pt x="910116" y="85090"/>
                  </a:lnTo>
                  <a:cubicBezTo>
                    <a:pt x="903766" y="85090"/>
                    <a:pt x="898686" y="83820"/>
                    <a:pt x="892336" y="83820"/>
                  </a:cubicBezTo>
                  <a:cubicBezTo>
                    <a:pt x="885986" y="83820"/>
                    <a:pt x="879636" y="86360"/>
                    <a:pt x="873286" y="86360"/>
                  </a:cubicBezTo>
                  <a:cubicBezTo>
                    <a:pt x="865666" y="86360"/>
                    <a:pt x="856776" y="86360"/>
                    <a:pt x="850426" y="81280"/>
                  </a:cubicBezTo>
                  <a:cubicBezTo>
                    <a:pt x="849156" y="80010"/>
                    <a:pt x="845346" y="80010"/>
                    <a:pt x="842806" y="81280"/>
                  </a:cubicBezTo>
                  <a:cubicBezTo>
                    <a:pt x="833916" y="82550"/>
                    <a:pt x="825026" y="83820"/>
                    <a:pt x="817406" y="86360"/>
                  </a:cubicBezTo>
                  <a:cubicBezTo>
                    <a:pt x="809786" y="88900"/>
                    <a:pt x="805976" y="86360"/>
                    <a:pt x="803436" y="80010"/>
                  </a:cubicBezTo>
                  <a:cubicBezTo>
                    <a:pt x="802166" y="77470"/>
                    <a:pt x="799626" y="74930"/>
                    <a:pt x="797086" y="72390"/>
                  </a:cubicBezTo>
                  <a:cubicBezTo>
                    <a:pt x="793276" y="69850"/>
                    <a:pt x="789466" y="66040"/>
                    <a:pt x="785656" y="66040"/>
                  </a:cubicBezTo>
                  <a:cubicBezTo>
                    <a:pt x="776766" y="66040"/>
                    <a:pt x="771686" y="60960"/>
                    <a:pt x="765336" y="57150"/>
                  </a:cubicBezTo>
                  <a:cubicBezTo>
                    <a:pt x="755176" y="50800"/>
                    <a:pt x="746286" y="43180"/>
                    <a:pt x="733586" y="44450"/>
                  </a:cubicBezTo>
                  <a:lnTo>
                    <a:pt x="733586" y="38100"/>
                  </a:lnTo>
                  <a:cubicBezTo>
                    <a:pt x="736126" y="38100"/>
                    <a:pt x="738666" y="38100"/>
                    <a:pt x="741206" y="36830"/>
                  </a:cubicBezTo>
                  <a:cubicBezTo>
                    <a:pt x="737396" y="34290"/>
                    <a:pt x="737396" y="30480"/>
                    <a:pt x="734856" y="27940"/>
                  </a:cubicBezTo>
                  <a:cubicBezTo>
                    <a:pt x="729776" y="24130"/>
                    <a:pt x="724696" y="22860"/>
                    <a:pt x="719616" y="20320"/>
                  </a:cubicBezTo>
                  <a:cubicBezTo>
                    <a:pt x="715806" y="19050"/>
                    <a:pt x="710726" y="19050"/>
                    <a:pt x="713266" y="25400"/>
                  </a:cubicBezTo>
                  <a:cubicBezTo>
                    <a:pt x="706916" y="26670"/>
                    <a:pt x="701836" y="26670"/>
                    <a:pt x="699296" y="29210"/>
                  </a:cubicBezTo>
                  <a:cubicBezTo>
                    <a:pt x="694216" y="33020"/>
                    <a:pt x="689136" y="30480"/>
                    <a:pt x="685326" y="27940"/>
                  </a:cubicBezTo>
                  <a:cubicBezTo>
                    <a:pt x="682786" y="26670"/>
                    <a:pt x="680246" y="25400"/>
                    <a:pt x="677706" y="26670"/>
                  </a:cubicBezTo>
                  <a:cubicBezTo>
                    <a:pt x="662466" y="34290"/>
                    <a:pt x="647226" y="30480"/>
                    <a:pt x="631986" y="30480"/>
                  </a:cubicBezTo>
                  <a:cubicBezTo>
                    <a:pt x="629446" y="30480"/>
                    <a:pt x="626906" y="29210"/>
                    <a:pt x="623096" y="29210"/>
                  </a:cubicBezTo>
                  <a:cubicBezTo>
                    <a:pt x="618016" y="27940"/>
                    <a:pt x="614206" y="25400"/>
                    <a:pt x="609126" y="24130"/>
                  </a:cubicBezTo>
                  <a:cubicBezTo>
                    <a:pt x="604046" y="22860"/>
                    <a:pt x="597696" y="21590"/>
                    <a:pt x="592616" y="20320"/>
                  </a:cubicBezTo>
                  <a:lnTo>
                    <a:pt x="588806" y="20320"/>
                  </a:lnTo>
                  <a:cubicBezTo>
                    <a:pt x="579916" y="20320"/>
                    <a:pt x="571026" y="21590"/>
                    <a:pt x="563406" y="21590"/>
                  </a:cubicBezTo>
                  <a:cubicBezTo>
                    <a:pt x="557056" y="21590"/>
                    <a:pt x="550706" y="19050"/>
                    <a:pt x="543086" y="17780"/>
                  </a:cubicBezTo>
                  <a:cubicBezTo>
                    <a:pt x="541816" y="7620"/>
                    <a:pt x="531656" y="10160"/>
                    <a:pt x="525306" y="5080"/>
                  </a:cubicBezTo>
                  <a:cubicBezTo>
                    <a:pt x="524036" y="3810"/>
                    <a:pt x="521496" y="5080"/>
                    <a:pt x="520226" y="5080"/>
                  </a:cubicBezTo>
                  <a:cubicBezTo>
                    <a:pt x="512606" y="3810"/>
                    <a:pt x="507526" y="7620"/>
                    <a:pt x="504986" y="13970"/>
                  </a:cubicBezTo>
                  <a:cubicBezTo>
                    <a:pt x="501176" y="20320"/>
                    <a:pt x="491016" y="22860"/>
                    <a:pt x="494826" y="33020"/>
                  </a:cubicBezTo>
                  <a:cubicBezTo>
                    <a:pt x="496096" y="34290"/>
                    <a:pt x="498636" y="35560"/>
                    <a:pt x="499906" y="38100"/>
                  </a:cubicBezTo>
                  <a:cubicBezTo>
                    <a:pt x="499906" y="41910"/>
                    <a:pt x="498636" y="44450"/>
                    <a:pt x="494826" y="43180"/>
                  </a:cubicBezTo>
                  <a:cubicBezTo>
                    <a:pt x="493556" y="43180"/>
                    <a:pt x="492286" y="45720"/>
                    <a:pt x="491016" y="46990"/>
                  </a:cubicBezTo>
                  <a:cubicBezTo>
                    <a:pt x="489746" y="48260"/>
                    <a:pt x="489746" y="50800"/>
                    <a:pt x="488476" y="50800"/>
                  </a:cubicBezTo>
                  <a:cubicBezTo>
                    <a:pt x="480856" y="53340"/>
                    <a:pt x="475776" y="59690"/>
                    <a:pt x="466886" y="58420"/>
                  </a:cubicBezTo>
                  <a:lnTo>
                    <a:pt x="464346" y="58420"/>
                  </a:lnTo>
                  <a:cubicBezTo>
                    <a:pt x="456726" y="64770"/>
                    <a:pt x="449106" y="63500"/>
                    <a:pt x="440216" y="62230"/>
                  </a:cubicBezTo>
                  <a:cubicBezTo>
                    <a:pt x="436406" y="60960"/>
                    <a:pt x="431326" y="62230"/>
                    <a:pt x="426246" y="62230"/>
                  </a:cubicBezTo>
                  <a:cubicBezTo>
                    <a:pt x="422436" y="62230"/>
                    <a:pt x="418626" y="62230"/>
                    <a:pt x="414816" y="59690"/>
                  </a:cubicBezTo>
                  <a:cubicBezTo>
                    <a:pt x="409736" y="57150"/>
                    <a:pt x="404656" y="53340"/>
                    <a:pt x="399576" y="50800"/>
                  </a:cubicBezTo>
                  <a:cubicBezTo>
                    <a:pt x="394496" y="48260"/>
                    <a:pt x="388146" y="48260"/>
                    <a:pt x="388146" y="39370"/>
                  </a:cubicBezTo>
                  <a:cubicBezTo>
                    <a:pt x="388146" y="38100"/>
                    <a:pt x="385606" y="36830"/>
                    <a:pt x="385606" y="35560"/>
                  </a:cubicBezTo>
                  <a:cubicBezTo>
                    <a:pt x="376716" y="43180"/>
                    <a:pt x="369096" y="49530"/>
                    <a:pt x="361476" y="55880"/>
                  </a:cubicBezTo>
                  <a:cubicBezTo>
                    <a:pt x="357666" y="59690"/>
                    <a:pt x="352586" y="64770"/>
                    <a:pt x="355126" y="71120"/>
                  </a:cubicBezTo>
                  <a:cubicBezTo>
                    <a:pt x="355126" y="72390"/>
                    <a:pt x="353856" y="73660"/>
                    <a:pt x="353856" y="74930"/>
                  </a:cubicBezTo>
                  <a:cubicBezTo>
                    <a:pt x="352586" y="77470"/>
                    <a:pt x="351316" y="80010"/>
                    <a:pt x="348776" y="81280"/>
                  </a:cubicBezTo>
                  <a:cubicBezTo>
                    <a:pt x="346236" y="85090"/>
                    <a:pt x="343696" y="88900"/>
                    <a:pt x="341156" y="93980"/>
                  </a:cubicBezTo>
                  <a:lnTo>
                    <a:pt x="333536" y="101600"/>
                  </a:lnTo>
                  <a:cubicBezTo>
                    <a:pt x="330996" y="105410"/>
                    <a:pt x="328456" y="109220"/>
                    <a:pt x="324646" y="111760"/>
                  </a:cubicBezTo>
                  <a:cubicBezTo>
                    <a:pt x="315756" y="119380"/>
                    <a:pt x="306866" y="127000"/>
                    <a:pt x="296706" y="134620"/>
                  </a:cubicBezTo>
                  <a:cubicBezTo>
                    <a:pt x="291626" y="139700"/>
                    <a:pt x="285276" y="143510"/>
                    <a:pt x="280196" y="148590"/>
                  </a:cubicBezTo>
                  <a:cubicBezTo>
                    <a:pt x="271306" y="156210"/>
                    <a:pt x="261146" y="162560"/>
                    <a:pt x="256066" y="173990"/>
                  </a:cubicBezTo>
                  <a:cubicBezTo>
                    <a:pt x="256066" y="175260"/>
                    <a:pt x="253526" y="176530"/>
                    <a:pt x="252256" y="177800"/>
                  </a:cubicBezTo>
                  <a:cubicBezTo>
                    <a:pt x="245906" y="182880"/>
                    <a:pt x="235746" y="182880"/>
                    <a:pt x="235746" y="193040"/>
                  </a:cubicBezTo>
                  <a:cubicBezTo>
                    <a:pt x="225586" y="193040"/>
                    <a:pt x="220506" y="200660"/>
                    <a:pt x="215426" y="207010"/>
                  </a:cubicBezTo>
                  <a:cubicBezTo>
                    <a:pt x="211616" y="212090"/>
                    <a:pt x="207806" y="218440"/>
                    <a:pt x="202726" y="222250"/>
                  </a:cubicBezTo>
                  <a:cubicBezTo>
                    <a:pt x="197646" y="224790"/>
                    <a:pt x="191296" y="223520"/>
                    <a:pt x="184946" y="223520"/>
                  </a:cubicBezTo>
                  <a:cubicBezTo>
                    <a:pt x="182406" y="223520"/>
                    <a:pt x="179866" y="223520"/>
                    <a:pt x="179866" y="224790"/>
                  </a:cubicBezTo>
                  <a:cubicBezTo>
                    <a:pt x="174786" y="229870"/>
                    <a:pt x="168436" y="233680"/>
                    <a:pt x="164626" y="240030"/>
                  </a:cubicBezTo>
                  <a:cubicBezTo>
                    <a:pt x="160816" y="246380"/>
                    <a:pt x="157006" y="250190"/>
                    <a:pt x="150656" y="251460"/>
                  </a:cubicBezTo>
                  <a:cubicBezTo>
                    <a:pt x="144306" y="252730"/>
                    <a:pt x="137956" y="259080"/>
                    <a:pt x="129066" y="255270"/>
                  </a:cubicBezTo>
                  <a:cubicBezTo>
                    <a:pt x="121446" y="252730"/>
                    <a:pt x="112556" y="255270"/>
                    <a:pt x="107476" y="250190"/>
                  </a:cubicBezTo>
                  <a:cubicBezTo>
                    <a:pt x="97316" y="251460"/>
                    <a:pt x="89696" y="254000"/>
                    <a:pt x="80806" y="255270"/>
                  </a:cubicBezTo>
                  <a:cubicBezTo>
                    <a:pt x="70646" y="257810"/>
                    <a:pt x="59216" y="256540"/>
                    <a:pt x="50326" y="264160"/>
                  </a:cubicBezTo>
                  <a:cubicBezTo>
                    <a:pt x="42706" y="270510"/>
                    <a:pt x="36356" y="276860"/>
                    <a:pt x="24926" y="275590"/>
                  </a:cubicBezTo>
                  <a:cubicBezTo>
                    <a:pt x="26196" y="283210"/>
                    <a:pt x="27466" y="289560"/>
                    <a:pt x="28736" y="297180"/>
                  </a:cubicBezTo>
                  <a:cubicBezTo>
                    <a:pt x="31276" y="317500"/>
                    <a:pt x="33816" y="337820"/>
                    <a:pt x="35086" y="358140"/>
                  </a:cubicBezTo>
                  <a:cubicBezTo>
                    <a:pt x="38896" y="383540"/>
                    <a:pt x="40166" y="407670"/>
                    <a:pt x="37626" y="431800"/>
                  </a:cubicBezTo>
                  <a:cubicBezTo>
                    <a:pt x="35086" y="466090"/>
                    <a:pt x="23656" y="1639570"/>
                    <a:pt x="12226" y="1671320"/>
                  </a:cubicBezTo>
                  <a:lnTo>
                    <a:pt x="796" y="1697990"/>
                  </a:lnTo>
                  <a:cubicBezTo>
                    <a:pt x="-1744" y="1704340"/>
                    <a:pt x="2066" y="1708150"/>
                    <a:pt x="8416" y="1709420"/>
                  </a:cubicBezTo>
                  <a:cubicBezTo>
                    <a:pt x="16036" y="1710690"/>
                    <a:pt x="18576" y="1715770"/>
                    <a:pt x="21116" y="1722120"/>
                  </a:cubicBezTo>
                  <a:cubicBezTo>
                    <a:pt x="23656" y="1732280"/>
                    <a:pt x="19846" y="1742440"/>
                    <a:pt x="24926" y="1752600"/>
                  </a:cubicBezTo>
                  <a:cubicBezTo>
                    <a:pt x="27466" y="1757680"/>
                    <a:pt x="24926" y="1766570"/>
                    <a:pt x="23656" y="1774190"/>
                  </a:cubicBezTo>
                  <a:cubicBezTo>
                    <a:pt x="22386" y="1784350"/>
                    <a:pt x="24926" y="1794510"/>
                    <a:pt x="28736" y="1803400"/>
                  </a:cubicBezTo>
                  <a:cubicBezTo>
                    <a:pt x="37626" y="1818640"/>
                    <a:pt x="38896" y="1836420"/>
                    <a:pt x="38896" y="1852930"/>
                  </a:cubicBezTo>
                  <a:cubicBezTo>
                    <a:pt x="38896" y="1856740"/>
                    <a:pt x="40166" y="1860550"/>
                    <a:pt x="41436" y="1863090"/>
                  </a:cubicBezTo>
                  <a:cubicBezTo>
                    <a:pt x="43976" y="1865630"/>
                    <a:pt x="49056" y="1868170"/>
                    <a:pt x="54136" y="1869440"/>
                  </a:cubicBezTo>
                  <a:lnTo>
                    <a:pt x="84616" y="1884680"/>
                  </a:lnTo>
                  <a:cubicBezTo>
                    <a:pt x="98586" y="1892300"/>
                    <a:pt x="110016" y="1891030"/>
                    <a:pt x="122716" y="1882140"/>
                  </a:cubicBezTo>
                  <a:cubicBezTo>
                    <a:pt x="123986" y="1880870"/>
                    <a:pt x="127796" y="1879600"/>
                    <a:pt x="129066" y="1879600"/>
                  </a:cubicBezTo>
                  <a:cubicBezTo>
                    <a:pt x="137956" y="1880870"/>
                    <a:pt x="146846" y="1880870"/>
                    <a:pt x="154466" y="1888490"/>
                  </a:cubicBezTo>
                  <a:cubicBezTo>
                    <a:pt x="163356" y="1896110"/>
                    <a:pt x="176056" y="1901190"/>
                    <a:pt x="186216" y="1907540"/>
                  </a:cubicBezTo>
                  <a:cubicBezTo>
                    <a:pt x="192566" y="1911350"/>
                    <a:pt x="200186" y="1916430"/>
                    <a:pt x="203996" y="1921510"/>
                  </a:cubicBezTo>
                  <a:cubicBezTo>
                    <a:pt x="206536" y="1924050"/>
                    <a:pt x="209076" y="1926590"/>
                    <a:pt x="211616" y="1927860"/>
                  </a:cubicBezTo>
                  <a:cubicBezTo>
                    <a:pt x="225586" y="1932940"/>
                    <a:pt x="233206" y="1945640"/>
                    <a:pt x="242096" y="1955800"/>
                  </a:cubicBezTo>
                  <a:cubicBezTo>
                    <a:pt x="249716" y="1964690"/>
                    <a:pt x="259876" y="1969770"/>
                    <a:pt x="271306" y="1971040"/>
                  </a:cubicBezTo>
                  <a:cubicBezTo>
                    <a:pt x="284006" y="1973580"/>
                    <a:pt x="296706" y="1974850"/>
                    <a:pt x="309406" y="1977390"/>
                  </a:cubicBezTo>
                  <a:cubicBezTo>
                    <a:pt x="314486" y="1978660"/>
                    <a:pt x="320836" y="1979930"/>
                    <a:pt x="325916" y="1982470"/>
                  </a:cubicBezTo>
                  <a:cubicBezTo>
                    <a:pt x="332266" y="1985010"/>
                    <a:pt x="338616" y="1985010"/>
                    <a:pt x="343696" y="1988820"/>
                  </a:cubicBezTo>
                  <a:cubicBezTo>
                    <a:pt x="351316" y="1995170"/>
                    <a:pt x="358936" y="1998980"/>
                    <a:pt x="369096" y="1996440"/>
                  </a:cubicBezTo>
                  <a:cubicBezTo>
                    <a:pt x="372906" y="1995170"/>
                    <a:pt x="377986" y="1997710"/>
                    <a:pt x="381796" y="1998980"/>
                  </a:cubicBezTo>
                  <a:cubicBezTo>
                    <a:pt x="383066" y="1998980"/>
                    <a:pt x="384336" y="2000250"/>
                    <a:pt x="385606" y="2000250"/>
                  </a:cubicBezTo>
                  <a:cubicBezTo>
                    <a:pt x="399576" y="2001520"/>
                    <a:pt x="412276" y="1998980"/>
                    <a:pt x="424976" y="1996440"/>
                  </a:cubicBezTo>
                  <a:cubicBezTo>
                    <a:pt x="430056" y="1995170"/>
                    <a:pt x="435136" y="1993900"/>
                    <a:pt x="440216" y="1991360"/>
                  </a:cubicBezTo>
                  <a:cubicBezTo>
                    <a:pt x="454186" y="1985010"/>
                    <a:pt x="468156" y="1978660"/>
                    <a:pt x="480856" y="1971040"/>
                  </a:cubicBezTo>
                  <a:cubicBezTo>
                    <a:pt x="489746" y="1965960"/>
                    <a:pt x="498636" y="1960880"/>
                    <a:pt x="508796" y="1965960"/>
                  </a:cubicBezTo>
                  <a:lnTo>
                    <a:pt x="513876" y="1965960"/>
                  </a:lnTo>
                  <a:cubicBezTo>
                    <a:pt x="522766" y="1965960"/>
                    <a:pt x="531656" y="1964690"/>
                    <a:pt x="539276" y="1963420"/>
                  </a:cubicBezTo>
                  <a:cubicBezTo>
                    <a:pt x="540546" y="1963420"/>
                    <a:pt x="543086" y="1963420"/>
                    <a:pt x="543086" y="1962150"/>
                  </a:cubicBezTo>
                  <a:cubicBezTo>
                    <a:pt x="546896" y="1957070"/>
                    <a:pt x="553246" y="1957070"/>
                    <a:pt x="559596" y="1955800"/>
                  </a:cubicBezTo>
                  <a:cubicBezTo>
                    <a:pt x="569756" y="1954530"/>
                    <a:pt x="579916" y="1954530"/>
                    <a:pt x="587536" y="1948180"/>
                  </a:cubicBezTo>
                  <a:cubicBezTo>
                    <a:pt x="595156" y="1943100"/>
                    <a:pt x="602776" y="1941830"/>
                    <a:pt x="611666" y="1940560"/>
                  </a:cubicBezTo>
                  <a:cubicBezTo>
                    <a:pt x="612936" y="1940560"/>
                    <a:pt x="615476" y="1939290"/>
                    <a:pt x="616746" y="1939290"/>
                  </a:cubicBezTo>
                  <a:cubicBezTo>
                    <a:pt x="623096" y="1938020"/>
                    <a:pt x="629446" y="1934210"/>
                    <a:pt x="634526" y="1935480"/>
                  </a:cubicBezTo>
                  <a:cubicBezTo>
                    <a:pt x="645956" y="1938020"/>
                    <a:pt x="651036" y="1934210"/>
                    <a:pt x="658656" y="1924050"/>
                  </a:cubicBezTo>
                  <a:cubicBezTo>
                    <a:pt x="659926" y="1921510"/>
                    <a:pt x="663736" y="1920240"/>
                    <a:pt x="666276" y="1918970"/>
                  </a:cubicBezTo>
                  <a:cubicBezTo>
                    <a:pt x="672626" y="1917700"/>
                    <a:pt x="678976" y="1918970"/>
                    <a:pt x="685326" y="1917700"/>
                  </a:cubicBezTo>
                  <a:cubicBezTo>
                    <a:pt x="689136" y="1917700"/>
                    <a:pt x="692946" y="1913890"/>
                    <a:pt x="695486" y="1913890"/>
                  </a:cubicBezTo>
                  <a:cubicBezTo>
                    <a:pt x="705646" y="1915160"/>
                    <a:pt x="717076" y="1911350"/>
                    <a:pt x="725966" y="1917700"/>
                  </a:cubicBezTo>
                  <a:cubicBezTo>
                    <a:pt x="727236" y="1918970"/>
                    <a:pt x="729776" y="1918970"/>
                    <a:pt x="732316" y="1918970"/>
                  </a:cubicBezTo>
                  <a:cubicBezTo>
                    <a:pt x="748826" y="1920240"/>
                    <a:pt x="762796" y="1925320"/>
                    <a:pt x="774226" y="1935480"/>
                  </a:cubicBezTo>
                  <a:cubicBezTo>
                    <a:pt x="778036" y="1939290"/>
                    <a:pt x="783116" y="1941830"/>
                    <a:pt x="786926" y="1944370"/>
                  </a:cubicBezTo>
                  <a:cubicBezTo>
                    <a:pt x="790736" y="1946910"/>
                    <a:pt x="795816" y="1946910"/>
                    <a:pt x="799626" y="1948180"/>
                  </a:cubicBezTo>
                  <a:cubicBezTo>
                    <a:pt x="803436" y="1949450"/>
                    <a:pt x="805976" y="1950720"/>
                    <a:pt x="809786" y="1950720"/>
                  </a:cubicBezTo>
                  <a:cubicBezTo>
                    <a:pt x="816136" y="1950720"/>
                    <a:pt x="821216" y="1953260"/>
                    <a:pt x="825026" y="1958340"/>
                  </a:cubicBezTo>
                  <a:cubicBezTo>
                    <a:pt x="826296" y="1959610"/>
                    <a:pt x="827566" y="1960880"/>
                    <a:pt x="828836" y="1963420"/>
                  </a:cubicBezTo>
                  <a:cubicBezTo>
                    <a:pt x="827566" y="1967230"/>
                    <a:pt x="835186" y="1977390"/>
                    <a:pt x="840266" y="1977390"/>
                  </a:cubicBezTo>
                  <a:cubicBezTo>
                    <a:pt x="849156" y="1977390"/>
                    <a:pt x="858046" y="1979930"/>
                    <a:pt x="865666" y="1986280"/>
                  </a:cubicBezTo>
                  <a:cubicBezTo>
                    <a:pt x="866936" y="1987550"/>
                    <a:pt x="869476" y="1987550"/>
                    <a:pt x="872016" y="1986280"/>
                  </a:cubicBezTo>
                  <a:cubicBezTo>
                    <a:pt x="875826" y="1985010"/>
                    <a:pt x="878366" y="1985010"/>
                    <a:pt x="880906" y="1988820"/>
                  </a:cubicBezTo>
                  <a:cubicBezTo>
                    <a:pt x="882176" y="1990090"/>
                    <a:pt x="887256" y="1990090"/>
                    <a:pt x="889796" y="1990090"/>
                  </a:cubicBezTo>
                  <a:cubicBezTo>
                    <a:pt x="896146" y="1990090"/>
                    <a:pt x="903766" y="1988820"/>
                    <a:pt x="910116" y="1990090"/>
                  </a:cubicBezTo>
                  <a:cubicBezTo>
                    <a:pt x="921546" y="1991360"/>
                    <a:pt x="931706" y="1992630"/>
                    <a:pt x="943136" y="1995170"/>
                  </a:cubicBezTo>
                  <a:cubicBezTo>
                    <a:pt x="945676" y="1995170"/>
                    <a:pt x="948216" y="1996440"/>
                    <a:pt x="949486" y="1997710"/>
                  </a:cubicBezTo>
                  <a:cubicBezTo>
                    <a:pt x="952026" y="2004060"/>
                    <a:pt x="958376" y="2004060"/>
                    <a:pt x="962186" y="2005330"/>
                  </a:cubicBezTo>
                  <a:cubicBezTo>
                    <a:pt x="965996" y="2006600"/>
                    <a:pt x="971076" y="2007870"/>
                    <a:pt x="973616" y="2007870"/>
                  </a:cubicBezTo>
                  <a:cubicBezTo>
                    <a:pt x="974886" y="2006600"/>
                    <a:pt x="977426" y="2005330"/>
                    <a:pt x="979966" y="2002790"/>
                  </a:cubicBezTo>
                  <a:cubicBezTo>
                    <a:pt x="974886" y="2002790"/>
                    <a:pt x="972346" y="2004060"/>
                    <a:pt x="969806" y="2004060"/>
                  </a:cubicBezTo>
                  <a:cubicBezTo>
                    <a:pt x="974886" y="1997710"/>
                    <a:pt x="979966" y="1996440"/>
                    <a:pt x="986316" y="2000250"/>
                  </a:cubicBezTo>
                  <a:cubicBezTo>
                    <a:pt x="993936" y="2006600"/>
                    <a:pt x="1000286" y="2006600"/>
                    <a:pt x="1009176" y="2000250"/>
                  </a:cubicBezTo>
                  <a:lnTo>
                    <a:pt x="1016796" y="1996440"/>
                  </a:lnTo>
                  <a:lnTo>
                    <a:pt x="1016796" y="1990090"/>
                  </a:lnTo>
                  <a:cubicBezTo>
                    <a:pt x="1020606" y="1991360"/>
                    <a:pt x="1024416" y="1993900"/>
                    <a:pt x="1026956" y="1993900"/>
                  </a:cubicBezTo>
                  <a:cubicBezTo>
                    <a:pt x="1034576" y="1990090"/>
                    <a:pt x="1042196" y="1986280"/>
                    <a:pt x="1048546" y="1981200"/>
                  </a:cubicBezTo>
                  <a:cubicBezTo>
                    <a:pt x="1056166" y="1976120"/>
                    <a:pt x="1062516" y="1969770"/>
                    <a:pt x="1068866" y="1964690"/>
                  </a:cubicBezTo>
                  <a:cubicBezTo>
                    <a:pt x="1070136" y="1964690"/>
                    <a:pt x="1070136" y="1963420"/>
                    <a:pt x="1071406" y="1963420"/>
                  </a:cubicBezTo>
                  <a:cubicBezTo>
                    <a:pt x="1080296" y="1960880"/>
                    <a:pt x="1087916" y="1959610"/>
                    <a:pt x="1096806" y="1957070"/>
                  </a:cubicBezTo>
                  <a:cubicBezTo>
                    <a:pt x="1101886" y="1955800"/>
                    <a:pt x="1105696" y="1953260"/>
                    <a:pt x="1110776" y="1951990"/>
                  </a:cubicBezTo>
                  <a:cubicBezTo>
                    <a:pt x="1114586" y="1950720"/>
                    <a:pt x="1117126" y="1950720"/>
                    <a:pt x="1120936" y="1949450"/>
                  </a:cubicBezTo>
                  <a:lnTo>
                    <a:pt x="1133636" y="1949450"/>
                  </a:lnTo>
                  <a:cubicBezTo>
                    <a:pt x="1136176" y="1949450"/>
                    <a:pt x="1139986" y="1949450"/>
                    <a:pt x="1142526" y="1948180"/>
                  </a:cubicBezTo>
                  <a:cubicBezTo>
                    <a:pt x="1143796" y="1945640"/>
                    <a:pt x="1146336" y="1941830"/>
                    <a:pt x="1147606" y="1941830"/>
                  </a:cubicBezTo>
                  <a:cubicBezTo>
                    <a:pt x="1151416" y="1941830"/>
                    <a:pt x="1153956" y="1944370"/>
                    <a:pt x="1157766" y="1945640"/>
                  </a:cubicBezTo>
                  <a:cubicBezTo>
                    <a:pt x="1159036" y="1945640"/>
                    <a:pt x="1159036" y="1946910"/>
                    <a:pt x="1159036" y="1948180"/>
                  </a:cubicBezTo>
                  <a:cubicBezTo>
                    <a:pt x="1164116" y="1953260"/>
                    <a:pt x="1167926" y="1959610"/>
                    <a:pt x="1173006" y="1964690"/>
                  </a:cubicBezTo>
                  <a:cubicBezTo>
                    <a:pt x="1179356" y="1971040"/>
                    <a:pt x="1185706" y="1971040"/>
                    <a:pt x="1189516" y="1967230"/>
                  </a:cubicBezTo>
                  <a:cubicBezTo>
                    <a:pt x="1195866" y="1962150"/>
                    <a:pt x="1200946" y="1958340"/>
                    <a:pt x="1209836" y="1960880"/>
                  </a:cubicBezTo>
                  <a:cubicBezTo>
                    <a:pt x="1211106" y="1960880"/>
                    <a:pt x="1213646" y="1962150"/>
                    <a:pt x="1214916" y="1960880"/>
                  </a:cubicBezTo>
                  <a:cubicBezTo>
                    <a:pt x="1221266" y="1958340"/>
                    <a:pt x="1228886" y="1955800"/>
                    <a:pt x="1235236" y="1951990"/>
                  </a:cubicBezTo>
                  <a:cubicBezTo>
                    <a:pt x="1239046" y="1950720"/>
                    <a:pt x="1244126" y="1950720"/>
                    <a:pt x="1245396" y="1948180"/>
                  </a:cubicBezTo>
                  <a:cubicBezTo>
                    <a:pt x="1249206" y="1940560"/>
                    <a:pt x="1255556" y="1936750"/>
                    <a:pt x="1261906" y="1931670"/>
                  </a:cubicBezTo>
                  <a:cubicBezTo>
                    <a:pt x="1265716" y="1927860"/>
                    <a:pt x="1269526" y="1922780"/>
                    <a:pt x="1273336" y="1921510"/>
                  </a:cubicBezTo>
                  <a:cubicBezTo>
                    <a:pt x="1282226" y="1918970"/>
                    <a:pt x="1288576" y="1911350"/>
                    <a:pt x="1296196" y="1906270"/>
                  </a:cubicBezTo>
                  <a:cubicBezTo>
                    <a:pt x="1302546" y="1902460"/>
                    <a:pt x="1306356" y="1894840"/>
                    <a:pt x="1312706" y="1893570"/>
                  </a:cubicBezTo>
                  <a:cubicBezTo>
                    <a:pt x="1322866" y="1891030"/>
                    <a:pt x="1330486" y="1884680"/>
                    <a:pt x="1339376" y="1878330"/>
                  </a:cubicBezTo>
                  <a:cubicBezTo>
                    <a:pt x="1344456" y="1874520"/>
                    <a:pt x="1350806" y="1871980"/>
                    <a:pt x="1357156" y="1873250"/>
                  </a:cubicBezTo>
                  <a:cubicBezTo>
                    <a:pt x="1360966" y="1874520"/>
                    <a:pt x="1366046" y="1873250"/>
                    <a:pt x="1368586" y="1871980"/>
                  </a:cubicBezTo>
                  <a:cubicBezTo>
                    <a:pt x="1373666" y="1869440"/>
                    <a:pt x="1378746" y="1865630"/>
                    <a:pt x="1383826" y="1863090"/>
                  </a:cubicBezTo>
                  <a:cubicBezTo>
                    <a:pt x="1387636" y="1860550"/>
                    <a:pt x="1391446" y="1858010"/>
                    <a:pt x="1395256" y="1858010"/>
                  </a:cubicBezTo>
                  <a:cubicBezTo>
                    <a:pt x="1407956" y="1856740"/>
                    <a:pt x="1418116" y="1854200"/>
                    <a:pt x="1424466" y="1841500"/>
                  </a:cubicBezTo>
                  <a:cubicBezTo>
                    <a:pt x="1427006" y="1836420"/>
                    <a:pt x="1439706" y="1830070"/>
                    <a:pt x="1444786" y="1832610"/>
                  </a:cubicBezTo>
                  <a:cubicBezTo>
                    <a:pt x="1453676" y="1836420"/>
                    <a:pt x="1460026" y="1833880"/>
                    <a:pt x="1465106" y="1826260"/>
                  </a:cubicBezTo>
                  <a:cubicBezTo>
                    <a:pt x="1468916" y="1822450"/>
                    <a:pt x="1473996" y="1823720"/>
                    <a:pt x="1477806" y="1826260"/>
                  </a:cubicBezTo>
                  <a:cubicBezTo>
                    <a:pt x="1480346" y="1828800"/>
                    <a:pt x="1482886" y="1830070"/>
                    <a:pt x="1485426" y="1830070"/>
                  </a:cubicBezTo>
                  <a:cubicBezTo>
                    <a:pt x="1494316" y="1831340"/>
                    <a:pt x="1504476" y="1830070"/>
                    <a:pt x="1513366" y="1831340"/>
                  </a:cubicBezTo>
                  <a:cubicBezTo>
                    <a:pt x="1520986" y="1832610"/>
                    <a:pt x="1528606" y="1830070"/>
                    <a:pt x="1533686" y="1824990"/>
                  </a:cubicBezTo>
                  <a:cubicBezTo>
                    <a:pt x="1538766" y="1819910"/>
                    <a:pt x="1542576" y="1819910"/>
                    <a:pt x="1550196" y="1822450"/>
                  </a:cubicBezTo>
                  <a:cubicBezTo>
                    <a:pt x="1556546" y="1824990"/>
                    <a:pt x="1561626" y="1831340"/>
                    <a:pt x="1570516" y="1830070"/>
                  </a:cubicBezTo>
                  <a:cubicBezTo>
                    <a:pt x="1578136" y="1828800"/>
                    <a:pt x="1587026" y="1832610"/>
                    <a:pt x="1595916" y="1828800"/>
                  </a:cubicBezTo>
                  <a:lnTo>
                    <a:pt x="1600996" y="1828800"/>
                  </a:lnTo>
                  <a:cubicBezTo>
                    <a:pt x="1608616" y="1831340"/>
                    <a:pt x="1616236" y="1832610"/>
                    <a:pt x="1622586" y="1838960"/>
                  </a:cubicBezTo>
                  <a:cubicBezTo>
                    <a:pt x="1630206" y="1845310"/>
                    <a:pt x="1631476" y="1798320"/>
                    <a:pt x="1639096" y="1803400"/>
                  </a:cubicBezTo>
                  <a:cubicBezTo>
                    <a:pt x="1650526" y="1811020"/>
                    <a:pt x="1647986" y="1803400"/>
                    <a:pt x="1659416" y="1809750"/>
                  </a:cubicBezTo>
                  <a:cubicBezTo>
                    <a:pt x="1668306" y="1813560"/>
                    <a:pt x="1664496" y="1799590"/>
                    <a:pt x="1674656" y="1802130"/>
                  </a:cubicBezTo>
                  <a:cubicBezTo>
                    <a:pt x="1675926" y="1802130"/>
                    <a:pt x="1691166" y="1812290"/>
                    <a:pt x="1691166" y="1811020"/>
                  </a:cubicBezTo>
                  <a:cubicBezTo>
                    <a:pt x="1697516" y="1807210"/>
                    <a:pt x="1703866" y="1769110"/>
                    <a:pt x="1710216" y="1770380"/>
                  </a:cubicBezTo>
                  <a:cubicBezTo>
                    <a:pt x="1722916" y="1774190"/>
                    <a:pt x="1734346" y="1771650"/>
                    <a:pt x="1745776" y="1766570"/>
                  </a:cubicBezTo>
                  <a:cubicBezTo>
                    <a:pt x="1752126" y="1764030"/>
                    <a:pt x="1762286" y="1755140"/>
                    <a:pt x="1767366" y="1758950"/>
                  </a:cubicBezTo>
                  <a:cubicBezTo>
                    <a:pt x="1776256" y="1765300"/>
                    <a:pt x="1785146" y="1767840"/>
                    <a:pt x="1795306" y="1769110"/>
                  </a:cubicBezTo>
                  <a:cubicBezTo>
                    <a:pt x="1796576" y="1769110"/>
                    <a:pt x="1797846" y="1770380"/>
                    <a:pt x="1799116" y="1771650"/>
                  </a:cubicBezTo>
                  <a:cubicBezTo>
                    <a:pt x="1802926" y="1776730"/>
                    <a:pt x="1820706" y="1762760"/>
                    <a:pt x="1824516" y="1767840"/>
                  </a:cubicBezTo>
                  <a:cubicBezTo>
                    <a:pt x="1829596" y="1775460"/>
                    <a:pt x="1834676" y="1783080"/>
                    <a:pt x="1839756" y="1789430"/>
                  </a:cubicBezTo>
                  <a:cubicBezTo>
                    <a:pt x="1842296" y="1791970"/>
                    <a:pt x="1846106" y="1793240"/>
                    <a:pt x="1847376" y="1795780"/>
                  </a:cubicBezTo>
                  <a:cubicBezTo>
                    <a:pt x="1848646" y="1802130"/>
                    <a:pt x="1851186" y="1804670"/>
                    <a:pt x="1857536" y="1804670"/>
                  </a:cubicBezTo>
                  <a:cubicBezTo>
                    <a:pt x="1861346" y="1804670"/>
                    <a:pt x="1865156" y="1805940"/>
                    <a:pt x="1867696" y="1808480"/>
                  </a:cubicBezTo>
                  <a:cubicBezTo>
                    <a:pt x="1874046" y="1812290"/>
                    <a:pt x="1879126" y="1816100"/>
                    <a:pt x="1884206" y="1819910"/>
                  </a:cubicBezTo>
                  <a:cubicBezTo>
                    <a:pt x="1890556" y="1823720"/>
                    <a:pt x="1896906" y="1827530"/>
                    <a:pt x="1899446" y="1833880"/>
                  </a:cubicBezTo>
                  <a:cubicBezTo>
                    <a:pt x="1900716" y="1836420"/>
                    <a:pt x="1901986" y="1837690"/>
                    <a:pt x="1903256" y="1838960"/>
                  </a:cubicBezTo>
                  <a:cubicBezTo>
                    <a:pt x="1908336" y="1844040"/>
                    <a:pt x="1913416" y="1847850"/>
                    <a:pt x="1918496" y="1852930"/>
                  </a:cubicBezTo>
                  <a:cubicBezTo>
                    <a:pt x="1926116" y="1859280"/>
                    <a:pt x="1932466" y="1866900"/>
                    <a:pt x="1940086" y="1873250"/>
                  </a:cubicBezTo>
                  <a:cubicBezTo>
                    <a:pt x="1942626" y="1874520"/>
                    <a:pt x="1945166" y="1877060"/>
                    <a:pt x="1947706" y="1878330"/>
                  </a:cubicBezTo>
                  <a:cubicBezTo>
                    <a:pt x="1952786" y="1880870"/>
                    <a:pt x="1957866" y="1883410"/>
                    <a:pt x="1961676" y="1887220"/>
                  </a:cubicBezTo>
                  <a:cubicBezTo>
                    <a:pt x="1965486" y="1891030"/>
                    <a:pt x="1983266" y="1868170"/>
                    <a:pt x="1985806" y="1873250"/>
                  </a:cubicBezTo>
                  <a:cubicBezTo>
                    <a:pt x="1985806" y="1874520"/>
                    <a:pt x="1987076" y="1874520"/>
                    <a:pt x="1988346" y="1874520"/>
                  </a:cubicBezTo>
                  <a:cubicBezTo>
                    <a:pt x="1995966" y="1880870"/>
                    <a:pt x="2003586" y="1878330"/>
                    <a:pt x="2011206" y="1875790"/>
                  </a:cubicBezTo>
                  <a:cubicBezTo>
                    <a:pt x="2013746" y="1874520"/>
                    <a:pt x="2016286" y="1873250"/>
                    <a:pt x="2017556" y="1874520"/>
                  </a:cubicBezTo>
                  <a:cubicBezTo>
                    <a:pt x="2026446" y="1878330"/>
                    <a:pt x="2032796" y="1887220"/>
                    <a:pt x="2044226" y="1888490"/>
                  </a:cubicBezTo>
                  <a:cubicBezTo>
                    <a:pt x="2044226" y="1888490"/>
                    <a:pt x="2045496" y="1888490"/>
                    <a:pt x="2045496" y="1889760"/>
                  </a:cubicBezTo>
                  <a:cubicBezTo>
                    <a:pt x="2048036" y="1897380"/>
                    <a:pt x="2055656" y="1897380"/>
                    <a:pt x="2062006" y="1898650"/>
                  </a:cubicBezTo>
                  <a:cubicBezTo>
                    <a:pt x="2065816" y="1898650"/>
                    <a:pt x="2069626" y="1899920"/>
                    <a:pt x="2072166" y="1901190"/>
                  </a:cubicBezTo>
                  <a:cubicBezTo>
                    <a:pt x="2079786" y="1905000"/>
                    <a:pt x="2087406" y="1910080"/>
                    <a:pt x="2096296" y="1912620"/>
                  </a:cubicBezTo>
                  <a:cubicBezTo>
                    <a:pt x="2107726" y="1916430"/>
                    <a:pt x="2119156" y="1918970"/>
                    <a:pt x="2128046" y="1925320"/>
                  </a:cubicBezTo>
                  <a:cubicBezTo>
                    <a:pt x="2129316" y="1925320"/>
                    <a:pt x="2130586" y="1925320"/>
                    <a:pt x="2130586" y="1926590"/>
                  </a:cubicBezTo>
                  <a:cubicBezTo>
                    <a:pt x="2134396" y="1929130"/>
                    <a:pt x="2140746" y="1930400"/>
                    <a:pt x="2143286" y="1934210"/>
                  </a:cubicBezTo>
                  <a:cubicBezTo>
                    <a:pt x="2147096" y="1941830"/>
                    <a:pt x="2157256" y="1940560"/>
                    <a:pt x="2162336" y="1946910"/>
                  </a:cubicBezTo>
                  <a:lnTo>
                    <a:pt x="2163606" y="1946910"/>
                  </a:lnTo>
                  <a:cubicBezTo>
                    <a:pt x="2168686" y="1946910"/>
                    <a:pt x="2173766" y="1948180"/>
                    <a:pt x="2180116" y="1948180"/>
                  </a:cubicBezTo>
                  <a:cubicBezTo>
                    <a:pt x="2182656" y="1946910"/>
                    <a:pt x="2186466" y="1944370"/>
                    <a:pt x="2189006" y="1944370"/>
                  </a:cubicBezTo>
                  <a:cubicBezTo>
                    <a:pt x="2200436" y="1948180"/>
                    <a:pt x="2211866" y="1948180"/>
                    <a:pt x="2219486" y="1938020"/>
                  </a:cubicBezTo>
                  <a:cubicBezTo>
                    <a:pt x="2220756" y="1936750"/>
                    <a:pt x="2223296" y="1936750"/>
                    <a:pt x="2225836" y="1936750"/>
                  </a:cubicBezTo>
                  <a:lnTo>
                    <a:pt x="2235996" y="1936750"/>
                  </a:lnTo>
                  <a:cubicBezTo>
                    <a:pt x="2247426" y="1934210"/>
                    <a:pt x="2257586" y="1931670"/>
                    <a:pt x="2269016" y="1930400"/>
                  </a:cubicBezTo>
                  <a:cubicBezTo>
                    <a:pt x="2274096" y="1929130"/>
                    <a:pt x="2280446" y="1931670"/>
                    <a:pt x="2285526" y="1932940"/>
                  </a:cubicBezTo>
                  <a:cubicBezTo>
                    <a:pt x="2290606" y="1934210"/>
                    <a:pt x="2295686" y="1934210"/>
                    <a:pt x="2300766" y="1934210"/>
                  </a:cubicBezTo>
                  <a:cubicBezTo>
                    <a:pt x="2307116" y="1934210"/>
                    <a:pt x="2312196" y="1931670"/>
                    <a:pt x="2318546" y="1931670"/>
                  </a:cubicBezTo>
                  <a:cubicBezTo>
                    <a:pt x="2323626" y="1930400"/>
                    <a:pt x="2329976" y="1930400"/>
                    <a:pt x="2335056" y="1929130"/>
                  </a:cubicBezTo>
                  <a:cubicBezTo>
                    <a:pt x="2346486" y="1926590"/>
                    <a:pt x="2356646" y="1924050"/>
                    <a:pt x="2368076" y="1922780"/>
                  </a:cubicBezTo>
                  <a:cubicBezTo>
                    <a:pt x="2375696" y="1879600"/>
                    <a:pt x="2374426" y="1828800"/>
                    <a:pt x="2374426" y="1776730"/>
                  </a:cubicBezTo>
                  <a:close/>
                </a:path>
              </a:pathLst>
            </a:custGeom>
            <a:blipFill>
              <a:blip r:embed="rId5"/>
              <a:stretch>
                <a:fillRect l="-6373" r="-6373"/>
              </a:stretch>
            </a:blipFill>
          </p:spPr>
        </p:sp>
      </p:grpSp>
      <p:grpSp>
        <p:nvGrpSpPr>
          <p:cNvPr id="9" name="Group 9"/>
          <p:cNvGrpSpPr/>
          <p:nvPr/>
        </p:nvGrpSpPr>
        <p:grpSpPr>
          <a:xfrm>
            <a:off x="6347208" y="1350005"/>
            <a:ext cx="5561945" cy="4079769"/>
            <a:chOff x="0" y="0"/>
            <a:chExt cx="4198620" cy="3079750"/>
          </a:xfrm>
        </p:grpSpPr>
        <p:sp>
          <p:nvSpPr>
            <p:cNvPr id="10" name="Freeform 10"/>
            <p:cNvSpPr/>
            <p:nvPr/>
          </p:nvSpPr>
          <p:spPr>
            <a:xfrm>
              <a:off x="-5484" y="-27"/>
              <a:ext cx="4207914" cy="3081047"/>
            </a:xfrm>
            <a:custGeom>
              <a:avLst/>
              <a:gdLst/>
              <a:ahLst/>
              <a:cxnLst/>
              <a:rect l="l" t="t" r="r" b="b"/>
              <a:pathLst>
                <a:path w="4207914" h="3081047">
                  <a:moveTo>
                    <a:pt x="4188864" y="1508787"/>
                  </a:moveTo>
                  <a:cubicBezTo>
                    <a:pt x="4192674" y="1506247"/>
                    <a:pt x="4196484" y="1504977"/>
                    <a:pt x="4199024" y="1501167"/>
                  </a:cubicBezTo>
                  <a:cubicBezTo>
                    <a:pt x="4201564" y="1498627"/>
                    <a:pt x="4206644" y="1494817"/>
                    <a:pt x="4206644" y="1491007"/>
                  </a:cubicBezTo>
                  <a:cubicBezTo>
                    <a:pt x="4206644" y="1488467"/>
                    <a:pt x="4201564" y="1484657"/>
                    <a:pt x="4199024" y="1482117"/>
                  </a:cubicBezTo>
                  <a:lnTo>
                    <a:pt x="4187594" y="1470687"/>
                  </a:lnTo>
                  <a:cubicBezTo>
                    <a:pt x="4190134" y="1468147"/>
                    <a:pt x="4195214" y="1466877"/>
                    <a:pt x="4195214" y="1463067"/>
                  </a:cubicBezTo>
                  <a:cubicBezTo>
                    <a:pt x="4197754" y="1452907"/>
                    <a:pt x="4201564" y="1442747"/>
                    <a:pt x="4201564" y="1432587"/>
                  </a:cubicBezTo>
                  <a:cubicBezTo>
                    <a:pt x="4201564" y="1427507"/>
                    <a:pt x="4192674" y="1423697"/>
                    <a:pt x="4187594" y="1417347"/>
                  </a:cubicBezTo>
                  <a:cubicBezTo>
                    <a:pt x="4192674" y="1417347"/>
                    <a:pt x="4195214" y="1417347"/>
                    <a:pt x="4199024" y="1416077"/>
                  </a:cubicBezTo>
                  <a:lnTo>
                    <a:pt x="4199024" y="1412267"/>
                  </a:lnTo>
                  <a:lnTo>
                    <a:pt x="4187594" y="1412267"/>
                  </a:lnTo>
                  <a:cubicBezTo>
                    <a:pt x="4179974" y="1407187"/>
                    <a:pt x="4172354" y="1397027"/>
                    <a:pt x="4169814" y="1398297"/>
                  </a:cubicBezTo>
                  <a:cubicBezTo>
                    <a:pt x="4155844" y="1405917"/>
                    <a:pt x="4155844" y="1395757"/>
                    <a:pt x="4153304" y="1388137"/>
                  </a:cubicBezTo>
                  <a:cubicBezTo>
                    <a:pt x="4148224" y="1389407"/>
                    <a:pt x="4143144" y="1390677"/>
                    <a:pt x="4139334" y="1389407"/>
                  </a:cubicBezTo>
                  <a:cubicBezTo>
                    <a:pt x="4130444" y="1388137"/>
                    <a:pt x="4121554" y="1384327"/>
                    <a:pt x="4112664" y="1384327"/>
                  </a:cubicBezTo>
                  <a:cubicBezTo>
                    <a:pt x="4101234" y="1383057"/>
                    <a:pt x="4088534" y="1383057"/>
                    <a:pt x="4075834" y="1381787"/>
                  </a:cubicBezTo>
                  <a:cubicBezTo>
                    <a:pt x="4056784" y="1379247"/>
                    <a:pt x="4037734" y="1376707"/>
                    <a:pt x="4018684" y="1374167"/>
                  </a:cubicBezTo>
                  <a:cubicBezTo>
                    <a:pt x="4017414" y="1374167"/>
                    <a:pt x="4014874" y="1376707"/>
                    <a:pt x="4013604" y="1376707"/>
                  </a:cubicBezTo>
                  <a:cubicBezTo>
                    <a:pt x="4003444" y="1375437"/>
                    <a:pt x="3993284" y="1374167"/>
                    <a:pt x="3984394" y="1371627"/>
                  </a:cubicBezTo>
                  <a:cubicBezTo>
                    <a:pt x="3981854" y="1370357"/>
                    <a:pt x="3980584" y="1364007"/>
                    <a:pt x="3980584" y="1361467"/>
                  </a:cubicBezTo>
                  <a:cubicBezTo>
                    <a:pt x="3994554" y="1351307"/>
                    <a:pt x="4008524" y="1341147"/>
                    <a:pt x="4017414" y="1334797"/>
                  </a:cubicBezTo>
                  <a:cubicBezTo>
                    <a:pt x="4027574" y="1333527"/>
                    <a:pt x="4033924" y="1332257"/>
                    <a:pt x="4042814" y="1332257"/>
                  </a:cubicBezTo>
                  <a:cubicBezTo>
                    <a:pt x="4035194" y="1322097"/>
                    <a:pt x="4030114" y="1317017"/>
                    <a:pt x="4023764" y="1309397"/>
                  </a:cubicBezTo>
                  <a:cubicBezTo>
                    <a:pt x="4019954" y="1310667"/>
                    <a:pt x="4016144" y="1311937"/>
                    <a:pt x="4009794" y="1314477"/>
                  </a:cubicBezTo>
                  <a:cubicBezTo>
                    <a:pt x="4009794" y="1308127"/>
                    <a:pt x="4009794" y="1301777"/>
                    <a:pt x="4011064" y="1301777"/>
                  </a:cubicBezTo>
                  <a:cubicBezTo>
                    <a:pt x="4016144" y="1300507"/>
                    <a:pt x="4023764" y="1299237"/>
                    <a:pt x="4027574" y="1301777"/>
                  </a:cubicBezTo>
                  <a:cubicBezTo>
                    <a:pt x="4032654" y="1305587"/>
                    <a:pt x="4035194" y="1311937"/>
                    <a:pt x="4040274" y="1319557"/>
                  </a:cubicBezTo>
                  <a:cubicBezTo>
                    <a:pt x="4042814" y="1319557"/>
                    <a:pt x="4047894" y="1320827"/>
                    <a:pt x="4052974" y="1320827"/>
                  </a:cubicBezTo>
                  <a:cubicBezTo>
                    <a:pt x="4051704" y="1304317"/>
                    <a:pt x="4051704" y="1304317"/>
                    <a:pt x="4037734" y="1280187"/>
                  </a:cubicBezTo>
                  <a:cubicBezTo>
                    <a:pt x="4055514" y="1280187"/>
                    <a:pt x="4060594" y="1275107"/>
                    <a:pt x="4056784" y="1257327"/>
                  </a:cubicBezTo>
                  <a:cubicBezTo>
                    <a:pt x="4068214" y="1256057"/>
                    <a:pt x="4080914" y="1254787"/>
                    <a:pt x="4092344" y="1254787"/>
                  </a:cubicBezTo>
                  <a:cubicBezTo>
                    <a:pt x="4091074" y="1252247"/>
                    <a:pt x="4088534" y="1247167"/>
                    <a:pt x="4087264" y="1243357"/>
                  </a:cubicBezTo>
                  <a:cubicBezTo>
                    <a:pt x="4092344" y="1244627"/>
                    <a:pt x="4096154" y="1245897"/>
                    <a:pt x="4098694" y="1247167"/>
                  </a:cubicBezTo>
                  <a:cubicBezTo>
                    <a:pt x="4099964" y="1240817"/>
                    <a:pt x="4099964" y="1234467"/>
                    <a:pt x="4101234" y="1229387"/>
                  </a:cubicBezTo>
                  <a:cubicBezTo>
                    <a:pt x="4102504" y="1223037"/>
                    <a:pt x="4103774" y="1215417"/>
                    <a:pt x="4105044" y="1209067"/>
                  </a:cubicBezTo>
                  <a:cubicBezTo>
                    <a:pt x="4105044" y="1206527"/>
                    <a:pt x="4103774" y="1202717"/>
                    <a:pt x="4105044" y="1198907"/>
                  </a:cubicBezTo>
                  <a:cubicBezTo>
                    <a:pt x="4108854" y="1188747"/>
                    <a:pt x="4110124" y="1173507"/>
                    <a:pt x="4106314" y="1165887"/>
                  </a:cubicBezTo>
                  <a:cubicBezTo>
                    <a:pt x="4108854" y="1163347"/>
                    <a:pt x="4110124" y="1159537"/>
                    <a:pt x="4110124" y="1156997"/>
                  </a:cubicBezTo>
                  <a:cubicBezTo>
                    <a:pt x="4110124" y="1146837"/>
                    <a:pt x="4110124" y="1135407"/>
                    <a:pt x="4108854" y="1125247"/>
                  </a:cubicBezTo>
                  <a:cubicBezTo>
                    <a:pt x="4107584" y="1115087"/>
                    <a:pt x="4106314" y="1106197"/>
                    <a:pt x="4105044" y="1096037"/>
                  </a:cubicBezTo>
                  <a:cubicBezTo>
                    <a:pt x="4103774" y="1093497"/>
                    <a:pt x="4103774" y="1090957"/>
                    <a:pt x="4105044" y="1087147"/>
                  </a:cubicBezTo>
                  <a:cubicBezTo>
                    <a:pt x="4108854" y="1076987"/>
                    <a:pt x="4111394" y="1066827"/>
                    <a:pt x="4103774" y="1056667"/>
                  </a:cubicBezTo>
                  <a:cubicBezTo>
                    <a:pt x="4101234" y="1054127"/>
                    <a:pt x="4102504" y="1047777"/>
                    <a:pt x="4103774" y="1043967"/>
                  </a:cubicBezTo>
                  <a:cubicBezTo>
                    <a:pt x="4107584" y="1029997"/>
                    <a:pt x="4099964" y="1018567"/>
                    <a:pt x="4085994" y="1016027"/>
                  </a:cubicBezTo>
                  <a:lnTo>
                    <a:pt x="4080914" y="1016027"/>
                  </a:lnTo>
                  <a:cubicBezTo>
                    <a:pt x="4082184" y="1012217"/>
                    <a:pt x="4083454" y="1010947"/>
                    <a:pt x="4084724" y="1008407"/>
                  </a:cubicBezTo>
                  <a:cubicBezTo>
                    <a:pt x="4080914" y="1007137"/>
                    <a:pt x="4077104" y="1007137"/>
                    <a:pt x="4074564" y="1004597"/>
                  </a:cubicBezTo>
                  <a:cubicBezTo>
                    <a:pt x="4072024" y="1003327"/>
                    <a:pt x="4070754" y="999517"/>
                    <a:pt x="4068214" y="998247"/>
                  </a:cubicBezTo>
                  <a:cubicBezTo>
                    <a:pt x="4058054" y="993167"/>
                    <a:pt x="4046624" y="988087"/>
                    <a:pt x="4035194" y="983007"/>
                  </a:cubicBezTo>
                  <a:cubicBezTo>
                    <a:pt x="4031384" y="981737"/>
                    <a:pt x="4026304" y="981737"/>
                    <a:pt x="4022494" y="981737"/>
                  </a:cubicBezTo>
                  <a:cubicBezTo>
                    <a:pt x="4019954" y="983007"/>
                    <a:pt x="4018684" y="977927"/>
                    <a:pt x="4016144" y="977927"/>
                  </a:cubicBezTo>
                  <a:cubicBezTo>
                    <a:pt x="3998364" y="974117"/>
                    <a:pt x="3980584" y="971577"/>
                    <a:pt x="3962804" y="966497"/>
                  </a:cubicBezTo>
                  <a:cubicBezTo>
                    <a:pt x="3948834" y="961417"/>
                    <a:pt x="3932324" y="971577"/>
                    <a:pt x="3918354" y="961417"/>
                  </a:cubicBezTo>
                  <a:cubicBezTo>
                    <a:pt x="3917084" y="960147"/>
                    <a:pt x="3914544" y="962687"/>
                    <a:pt x="3913274" y="962687"/>
                  </a:cubicBezTo>
                  <a:cubicBezTo>
                    <a:pt x="3901844" y="960147"/>
                    <a:pt x="3891684" y="966497"/>
                    <a:pt x="3880254" y="962687"/>
                  </a:cubicBezTo>
                  <a:cubicBezTo>
                    <a:pt x="3868824" y="958877"/>
                    <a:pt x="3856124" y="957607"/>
                    <a:pt x="3851044" y="946177"/>
                  </a:cubicBezTo>
                  <a:cubicBezTo>
                    <a:pt x="3845964" y="934747"/>
                    <a:pt x="3842154" y="923317"/>
                    <a:pt x="3842154" y="911887"/>
                  </a:cubicBezTo>
                  <a:cubicBezTo>
                    <a:pt x="3843424" y="897917"/>
                    <a:pt x="3849774" y="882677"/>
                    <a:pt x="3825644" y="885217"/>
                  </a:cubicBezTo>
                  <a:cubicBezTo>
                    <a:pt x="3826914" y="882677"/>
                    <a:pt x="3826914" y="880137"/>
                    <a:pt x="3828184" y="878867"/>
                  </a:cubicBezTo>
                  <a:cubicBezTo>
                    <a:pt x="3754524" y="871247"/>
                    <a:pt x="3680864" y="864897"/>
                    <a:pt x="3608474" y="857277"/>
                  </a:cubicBezTo>
                  <a:cubicBezTo>
                    <a:pt x="3605934" y="848387"/>
                    <a:pt x="3603394" y="838227"/>
                    <a:pt x="3600854" y="824257"/>
                  </a:cubicBezTo>
                  <a:cubicBezTo>
                    <a:pt x="3614824" y="839497"/>
                    <a:pt x="3627524" y="848387"/>
                    <a:pt x="3645304" y="847117"/>
                  </a:cubicBezTo>
                  <a:cubicBezTo>
                    <a:pt x="3646574" y="836957"/>
                    <a:pt x="3645304" y="829337"/>
                    <a:pt x="3635144" y="822987"/>
                  </a:cubicBezTo>
                  <a:cubicBezTo>
                    <a:pt x="3633874" y="821717"/>
                    <a:pt x="3632604" y="816637"/>
                    <a:pt x="3633874" y="814097"/>
                  </a:cubicBezTo>
                  <a:cubicBezTo>
                    <a:pt x="3638954" y="801397"/>
                    <a:pt x="3644034" y="789967"/>
                    <a:pt x="3647844" y="778537"/>
                  </a:cubicBezTo>
                  <a:cubicBezTo>
                    <a:pt x="3652924" y="782347"/>
                    <a:pt x="3656734" y="784887"/>
                    <a:pt x="3661814" y="787427"/>
                  </a:cubicBezTo>
                  <a:lnTo>
                    <a:pt x="3664354" y="784887"/>
                  </a:lnTo>
                  <a:lnTo>
                    <a:pt x="3649114" y="762027"/>
                  </a:lnTo>
                  <a:cubicBezTo>
                    <a:pt x="3659274" y="764567"/>
                    <a:pt x="3668164" y="765837"/>
                    <a:pt x="3679594" y="768377"/>
                  </a:cubicBezTo>
                  <a:cubicBezTo>
                    <a:pt x="3675784" y="760757"/>
                    <a:pt x="3671974" y="755677"/>
                    <a:pt x="3671974" y="755677"/>
                  </a:cubicBezTo>
                  <a:cubicBezTo>
                    <a:pt x="3678324" y="750597"/>
                    <a:pt x="3684674" y="745517"/>
                    <a:pt x="3693564" y="739167"/>
                  </a:cubicBezTo>
                  <a:cubicBezTo>
                    <a:pt x="3693564" y="737897"/>
                    <a:pt x="3694834" y="730277"/>
                    <a:pt x="3698644" y="729007"/>
                  </a:cubicBezTo>
                  <a:cubicBezTo>
                    <a:pt x="3706264" y="725197"/>
                    <a:pt x="3708804" y="731547"/>
                    <a:pt x="3711344" y="737897"/>
                  </a:cubicBezTo>
                  <a:cubicBezTo>
                    <a:pt x="3712614" y="741707"/>
                    <a:pt x="3720234" y="742977"/>
                    <a:pt x="3725314" y="744247"/>
                  </a:cubicBezTo>
                  <a:cubicBezTo>
                    <a:pt x="3730394" y="745517"/>
                    <a:pt x="3736744" y="745517"/>
                    <a:pt x="3743094" y="744247"/>
                  </a:cubicBezTo>
                  <a:cubicBezTo>
                    <a:pt x="3753254" y="744247"/>
                    <a:pt x="3763414" y="742977"/>
                    <a:pt x="3777384" y="741707"/>
                  </a:cubicBezTo>
                  <a:cubicBezTo>
                    <a:pt x="3767224" y="739167"/>
                    <a:pt x="3759604" y="736627"/>
                    <a:pt x="3753254" y="735357"/>
                  </a:cubicBezTo>
                  <a:cubicBezTo>
                    <a:pt x="3753254" y="734087"/>
                    <a:pt x="3753254" y="732817"/>
                    <a:pt x="3751984" y="731547"/>
                  </a:cubicBezTo>
                  <a:cubicBezTo>
                    <a:pt x="3762144" y="729007"/>
                    <a:pt x="3772304" y="726467"/>
                    <a:pt x="3781194" y="723927"/>
                  </a:cubicBezTo>
                  <a:cubicBezTo>
                    <a:pt x="3791354" y="726467"/>
                    <a:pt x="3800244" y="730277"/>
                    <a:pt x="3807864" y="732817"/>
                  </a:cubicBezTo>
                  <a:cubicBezTo>
                    <a:pt x="3810404" y="755677"/>
                    <a:pt x="3825644" y="736627"/>
                    <a:pt x="3834534" y="739167"/>
                  </a:cubicBezTo>
                  <a:cubicBezTo>
                    <a:pt x="3831994" y="734087"/>
                    <a:pt x="3828184" y="729007"/>
                    <a:pt x="3824374" y="722657"/>
                  </a:cubicBezTo>
                  <a:cubicBezTo>
                    <a:pt x="3840884" y="725197"/>
                    <a:pt x="3857394" y="725197"/>
                    <a:pt x="3868824" y="737897"/>
                  </a:cubicBezTo>
                  <a:cubicBezTo>
                    <a:pt x="3870094" y="739167"/>
                    <a:pt x="3875174" y="737897"/>
                    <a:pt x="3877714" y="736627"/>
                  </a:cubicBezTo>
                  <a:cubicBezTo>
                    <a:pt x="3881524" y="737897"/>
                    <a:pt x="3887874" y="740437"/>
                    <a:pt x="3890414" y="739167"/>
                  </a:cubicBezTo>
                  <a:cubicBezTo>
                    <a:pt x="3894224" y="735357"/>
                    <a:pt x="3894224" y="729007"/>
                    <a:pt x="3898034" y="721387"/>
                  </a:cubicBezTo>
                  <a:cubicBezTo>
                    <a:pt x="3906924" y="736627"/>
                    <a:pt x="3915814" y="727737"/>
                    <a:pt x="3924704" y="721387"/>
                  </a:cubicBezTo>
                  <a:cubicBezTo>
                    <a:pt x="3923434" y="725197"/>
                    <a:pt x="3923434" y="727737"/>
                    <a:pt x="3923434" y="727737"/>
                  </a:cubicBezTo>
                  <a:cubicBezTo>
                    <a:pt x="3931054" y="731547"/>
                    <a:pt x="3937404" y="734087"/>
                    <a:pt x="3946294" y="737897"/>
                  </a:cubicBezTo>
                  <a:cubicBezTo>
                    <a:pt x="3952644" y="735357"/>
                    <a:pt x="3960264" y="726467"/>
                    <a:pt x="3971694" y="735357"/>
                  </a:cubicBezTo>
                  <a:cubicBezTo>
                    <a:pt x="3972964" y="736627"/>
                    <a:pt x="3978044" y="734087"/>
                    <a:pt x="3981854" y="734087"/>
                  </a:cubicBezTo>
                  <a:cubicBezTo>
                    <a:pt x="3985664" y="732817"/>
                    <a:pt x="3988204" y="732817"/>
                    <a:pt x="3989474" y="731547"/>
                  </a:cubicBezTo>
                  <a:cubicBezTo>
                    <a:pt x="3992014" y="722657"/>
                    <a:pt x="3993284" y="715037"/>
                    <a:pt x="3997094" y="707417"/>
                  </a:cubicBezTo>
                  <a:cubicBezTo>
                    <a:pt x="4000904" y="699797"/>
                    <a:pt x="3999634" y="692177"/>
                    <a:pt x="3992014" y="689637"/>
                  </a:cubicBezTo>
                  <a:cubicBezTo>
                    <a:pt x="3989474" y="688367"/>
                    <a:pt x="3986934" y="688367"/>
                    <a:pt x="3985664" y="687097"/>
                  </a:cubicBezTo>
                  <a:cubicBezTo>
                    <a:pt x="3997094" y="675667"/>
                    <a:pt x="4007254" y="668047"/>
                    <a:pt x="4023764" y="673127"/>
                  </a:cubicBezTo>
                  <a:cubicBezTo>
                    <a:pt x="4027574" y="674397"/>
                    <a:pt x="4032654" y="669317"/>
                    <a:pt x="4039004" y="665507"/>
                  </a:cubicBezTo>
                  <a:cubicBezTo>
                    <a:pt x="4035194" y="661697"/>
                    <a:pt x="4032654" y="660427"/>
                    <a:pt x="4030114" y="659157"/>
                  </a:cubicBezTo>
                  <a:cubicBezTo>
                    <a:pt x="4040274" y="637567"/>
                    <a:pt x="4056784" y="651537"/>
                    <a:pt x="4072024" y="651537"/>
                  </a:cubicBezTo>
                  <a:cubicBezTo>
                    <a:pt x="4066944" y="647727"/>
                    <a:pt x="4064404" y="643917"/>
                    <a:pt x="4061864" y="642647"/>
                  </a:cubicBezTo>
                  <a:cubicBezTo>
                    <a:pt x="4069484" y="638837"/>
                    <a:pt x="4077104" y="636297"/>
                    <a:pt x="4083454" y="632487"/>
                  </a:cubicBezTo>
                  <a:cubicBezTo>
                    <a:pt x="4084724" y="627407"/>
                    <a:pt x="4083454" y="622327"/>
                    <a:pt x="4084724" y="619787"/>
                  </a:cubicBezTo>
                  <a:cubicBezTo>
                    <a:pt x="4091074" y="609627"/>
                    <a:pt x="4087264" y="602007"/>
                    <a:pt x="4077104" y="596927"/>
                  </a:cubicBezTo>
                  <a:cubicBezTo>
                    <a:pt x="4073294" y="594387"/>
                    <a:pt x="4069484" y="589307"/>
                    <a:pt x="4066944" y="585497"/>
                  </a:cubicBezTo>
                  <a:cubicBezTo>
                    <a:pt x="4070754" y="585497"/>
                    <a:pt x="4075834" y="584227"/>
                    <a:pt x="4080914" y="584227"/>
                  </a:cubicBezTo>
                  <a:lnTo>
                    <a:pt x="4080914" y="568987"/>
                  </a:lnTo>
                  <a:cubicBezTo>
                    <a:pt x="4083454" y="568987"/>
                    <a:pt x="4085994" y="568987"/>
                    <a:pt x="4088534" y="570257"/>
                  </a:cubicBezTo>
                  <a:cubicBezTo>
                    <a:pt x="4089804" y="555017"/>
                    <a:pt x="4091074" y="539777"/>
                    <a:pt x="4093614" y="523267"/>
                  </a:cubicBezTo>
                  <a:cubicBezTo>
                    <a:pt x="4079644" y="515647"/>
                    <a:pt x="4087264" y="506757"/>
                    <a:pt x="4094884" y="495327"/>
                  </a:cubicBezTo>
                  <a:cubicBezTo>
                    <a:pt x="4094884" y="495327"/>
                    <a:pt x="4092344" y="494057"/>
                    <a:pt x="4089804" y="494057"/>
                  </a:cubicBezTo>
                  <a:cubicBezTo>
                    <a:pt x="4091074" y="488977"/>
                    <a:pt x="4093614" y="483897"/>
                    <a:pt x="4094884" y="478817"/>
                  </a:cubicBezTo>
                  <a:cubicBezTo>
                    <a:pt x="4097424" y="468657"/>
                    <a:pt x="4093614" y="467387"/>
                    <a:pt x="4082184" y="472467"/>
                  </a:cubicBezTo>
                  <a:cubicBezTo>
                    <a:pt x="4080914" y="469927"/>
                    <a:pt x="4079644" y="466117"/>
                    <a:pt x="4077104" y="463577"/>
                  </a:cubicBezTo>
                  <a:cubicBezTo>
                    <a:pt x="4075834" y="464847"/>
                    <a:pt x="4075834" y="466117"/>
                    <a:pt x="4074564" y="467387"/>
                  </a:cubicBezTo>
                  <a:cubicBezTo>
                    <a:pt x="4069484" y="466117"/>
                    <a:pt x="4065674" y="463577"/>
                    <a:pt x="4060594" y="462307"/>
                  </a:cubicBezTo>
                  <a:cubicBezTo>
                    <a:pt x="4035194" y="452147"/>
                    <a:pt x="4008524" y="454687"/>
                    <a:pt x="3983124" y="453417"/>
                  </a:cubicBezTo>
                  <a:cubicBezTo>
                    <a:pt x="3979314" y="453417"/>
                    <a:pt x="3974234" y="457227"/>
                    <a:pt x="3970424" y="457227"/>
                  </a:cubicBezTo>
                  <a:cubicBezTo>
                    <a:pt x="3955184" y="455957"/>
                    <a:pt x="3941214" y="450877"/>
                    <a:pt x="3927244" y="449607"/>
                  </a:cubicBezTo>
                  <a:cubicBezTo>
                    <a:pt x="3908194" y="448337"/>
                    <a:pt x="3889144" y="448337"/>
                    <a:pt x="3870094" y="448337"/>
                  </a:cubicBezTo>
                  <a:cubicBezTo>
                    <a:pt x="3856124" y="448337"/>
                    <a:pt x="3853584" y="440717"/>
                    <a:pt x="3854854" y="430557"/>
                  </a:cubicBezTo>
                  <a:cubicBezTo>
                    <a:pt x="3859934" y="426747"/>
                    <a:pt x="3865014" y="419127"/>
                    <a:pt x="3865014" y="417857"/>
                  </a:cubicBezTo>
                  <a:cubicBezTo>
                    <a:pt x="3848504" y="405157"/>
                    <a:pt x="3863744" y="396267"/>
                    <a:pt x="3867554" y="386107"/>
                  </a:cubicBezTo>
                  <a:cubicBezTo>
                    <a:pt x="3866284" y="360707"/>
                    <a:pt x="3865014" y="335307"/>
                    <a:pt x="3863744" y="308637"/>
                  </a:cubicBezTo>
                  <a:cubicBezTo>
                    <a:pt x="3866284" y="307367"/>
                    <a:pt x="3871364" y="306097"/>
                    <a:pt x="3875174" y="304827"/>
                  </a:cubicBezTo>
                  <a:cubicBezTo>
                    <a:pt x="3873904" y="301017"/>
                    <a:pt x="3871364" y="297207"/>
                    <a:pt x="3871364" y="293397"/>
                  </a:cubicBezTo>
                  <a:cubicBezTo>
                    <a:pt x="3875174" y="278157"/>
                    <a:pt x="3876444" y="262917"/>
                    <a:pt x="3859934" y="251487"/>
                  </a:cubicBezTo>
                  <a:cubicBezTo>
                    <a:pt x="3867554" y="246407"/>
                    <a:pt x="3873904" y="242597"/>
                    <a:pt x="3881524" y="237517"/>
                  </a:cubicBezTo>
                  <a:cubicBezTo>
                    <a:pt x="3880254" y="236247"/>
                    <a:pt x="3878984" y="233707"/>
                    <a:pt x="3878984" y="232437"/>
                  </a:cubicBezTo>
                  <a:cubicBezTo>
                    <a:pt x="3878984" y="231167"/>
                    <a:pt x="3877714" y="231167"/>
                    <a:pt x="3876444" y="231167"/>
                  </a:cubicBezTo>
                  <a:cubicBezTo>
                    <a:pt x="3863744" y="231167"/>
                    <a:pt x="3858664" y="228627"/>
                    <a:pt x="3857394" y="215927"/>
                  </a:cubicBezTo>
                  <a:cubicBezTo>
                    <a:pt x="3857394" y="213387"/>
                    <a:pt x="3857394" y="209577"/>
                    <a:pt x="3859934" y="207037"/>
                  </a:cubicBezTo>
                  <a:cubicBezTo>
                    <a:pt x="3865014" y="203227"/>
                    <a:pt x="3870094" y="199417"/>
                    <a:pt x="3876444" y="196877"/>
                  </a:cubicBezTo>
                  <a:cubicBezTo>
                    <a:pt x="3878984" y="195607"/>
                    <a:pt x="3884064" y="196877"/>
                    <a:pt x="3886604" y="198147"/>
                  </a:cubicBezTo>
                  <a:cubicBezTo>
                    <a:pt x="3900574" y="205767"/>
                    <a:pt x="3901844" y="205767"/>
                    <a:pt x="3904384" y="189257"/>
                  </a:cubicBezTo>
                  <a:cubicBezTo>
                    <a:pt x="3906924" y="190527"/>
                    <a:pt x="3909464" y="191797"/>
                    <a:pt x="3913274" y="193067"/>
                  </a:cubicBezTo>
                  <a:cubicBezTo>
                    <a:pt x="3912004" y="187987"/>
                    <a:pt x="3912004" y="184177"/>
                    <a:pt x="3909464" y="180367"/>
                  </a:cubicBezTo>
                  <a:cubicBezTo>
                    <a:pt x="3909464" y="179097"/>
                    <a:pt x="3906924" y="177827"/>
                    <a:pt x="3904384" y="176557"/>
                  </a:cubicBezTo>
                  <a:cubicBezTo>
                    <a:pt x="3906924" y="175287"/>
                    <a:pt x="3909464" y="172747"/>
                    <a:pt x="3912004" y="174017"/>
                  </a:cubicBezTo>
                  <a:cubicBezTo>
                    <a:pt x="3924704" y="177827"/>
                    <a:pt x="3932324" y="168937"/>
                    <a:pt x="3941214" y="163857"/>
                  </a:cubicBezTo>
                  <a:cubicBezTo>
                    <a:pt x="3933594" y="153697"/>
                    <a:pt x="3925974" y="144807"/>
                    <a:pt x="3919624" y="134647"/>
                  </a:cubicBezTo>
                  <a:cubicBezTo>
                    <a:pt x="3929784" y="129567"/>
                    <a:pt x="3937404" y="127027"/>
                    <a:pt x="3945024" y="123217"/>
                  </a:cubicBezTo>
                  <a:cubicBezTo>
                    <a:pt x="3928514" y="95277"/>
                    <a:pt x="3928514" y="95277"/>
                    <a:pt x="3939944" y="83847"/>
                  </a:cubicBezTo>
                  <a:cubicBezTo>
                    <a:pt x="3939944" y="82577"/>
                    <a:pt x="3938674" y="81307"/>
                    <a:pt x="3938674" y="80037"/>
                  </a:cubicBezTo>
                  <a:cubicBezTo>
                    <a:pt x="3934864" y="81307"/>
                    <a:pt x="3929784" y="82577"/>
                    <a:pt x="3925974" y="85117"/>
                  </a:cubicBezTo>
                  <a:lnTo>
                    <a:pt x="3924704" y="83847"/>
                  </a:lnTo>
                  <a:cubicBezTo>
                    <a:pt x="3929784" y="78767"/>
                    <a:pt x="3934864" y="74957"/>
                    <a:pt x="3939944" y="69877"/>
                  </a:cubicBezTo>
                  <a:cubicBezTo>
                    <a:pt x="3939944" y="66067"/>
                    <a:pt x="3942484" y="57177"/>
                    <a:pt x="3939944" y="54637"/>
                  </a:cubicBezTo>
                  <a:cubicBezTo>
                    <a:pt x="3929784" y="45747"/>
                    <a:pt x="3941214" y="36857"/>
                    <a:pt x="3938674" y="27967"/>
                  </a:cubicBezTo>
                  <a:cubicBezTo>
                    <a:pt x="3937404" y="25427"/>
                    <a:pt x="3938674" y="19077"/>
                    <a:pt x="3937404" y="19077"/>
                  </a:cubicBezTo>
                  <a:cubicBezTo>
                    <a:pt x="3929784" y="15267"/>
                    <a:pt x="3920894" y="8917"/>
                    <a:pt x="3912004" y="8917"/>
                  </a:cubicBezTo>
                  <a:cubicBezTo>
                    <a:pt x="3891684" y="7647"/>
                    <a:pt x="3871364" y="10187"/>
                    <a:pt x="3851044" y="10187"/>
                  </a:cubicBezTo>
                  <a:lnTo>
                    <a:pt x="3786274" y="10187"/>
                  </a:lnTo>
                  <a:cubicBezTo>
                    <a:pt x="3771034" y="10187"/>
                    <a:pt x="3758334" y="6377"/>
                    <a:pt x="3743094" y="2567"/>
                  </a:cubicBezTo>
                  <a:cubicBezTo>
                    <a:pt x="3725314" y="-2513"/>
                    <a:pt x="3706264" y="1297"/>
                    <a:pt x="3687214" y="2567"/>
                  </a:cubicBezTo>
                  <a:cubicBezTo>
                    <a:pt x="3646574" y="3837"/>
                    <a:pt x="3605934" y="3837"/>
                    <a:pt x="3565294" y="5107"/>
                  </a:cubicBezTo>
                  <a:cubicBezTo>
                    <a:pt x="3546244" y="5107"/>
                    <a:pt x="3525924" y="7647"/>
                    <a:pt x="3506874" y="8917"/>
                  </a:cubicBezTo>
                  <a:cubicBezTo>
                    <a:pt x="3482744" y="10187"/>
                    <a:pt x="3458614" y="8917"/>
                    <a:pt x="3434484" y="10187"/>
                  </a:cubicBezTo>
                  <a:cubicBezTo>
                    <a:pt x="3409084" y="11457"/>
                    <a:pt x="3383684" y="13997"/>
                    <a:pt x="3358284" y="15267"/>
                  </a:cubicBezTo>
                  <a:cubicBezTo>
                    <a:pt x="3327804" y="16537"/>
                    <a:pt x="3297324" y="16537"/>
                    <a:pt x="3266844" y="17807"/>
                  </a:cubicBezTo>
                  <a:lnTo>
                    <a:pt x="3171594" y="21617"/>
                  </a:lnTo>
                  <a:cubicBezTo>
                    <a:pt x="3142384" y="22887"/>
                    <a:pt x="3114444" y="22887"/>
                    <a:pt x="3085234" y="22887"/>
                  </a:cubicBezTo>
                  <a:cubicBezTo>
                    <a:pt x="3063644" y="22887"/>
                    <a:pt x="3040784" y="24157"/>
                    <a:pt x="3019194" y="25427"/>
                  </a:cubicBezTo>
                  <a:lnTo>
                    <a:pt x="2954424" y="29237"/>
                  </a:lnTo>
                  <a:cubicBezTo>
                    <a:pt x="2939184" y="30507"/>
                    <a:pt x="2923944" y="30507"/>
                    <a:pt x="2907434" y="31777"/>
                  </a:cubicBezTo>
                  <a:cubicBezTo>
                    <a:pt x="2882034" y="33047"/>
                    <a:pt x="2856634" y="33047"/>
                    <a:pt x="2831234" y="34317"/>
                  </a:cubicBezTo>
                  <a:cubicBezTo>
                    <a:pt x="2802024" y="35587"/>
                    <a:pt x="2774084" y="38127"/>
                    <a:pt x="2746144" y="39397"/>
                  </a:cubicBezTo>
                  <a:cubicBezTo>
                    <a:pt x="2716934" y="41937"/>
                    <a:pt x="2688994" y="44477"/>
                    <a:pt x="2659784" y="47017"/>
                  </a:cubicBezTo>
                  <a:cubicBezTo>
                    <a:pt x="2648354" y="48287"/>
                    <a:pt x="2636924" y="48287"/>
                    <a:pt x="2624224" y="49557"/>
                  </a:cubicBezTo>
                  <a:lnTo>
                    <a:pt x="2587394" y="49557"/>
                  </a:lnTo>
                  <a:cubicBezTo>
                    <a:pt x="2545484" y="52097"/>
                    <a:pt x="2504844" y="55907"/>
                    <a:pt x="2462934" y="58447"/>
                  </a:cubicBezTo>
                  <a:cubicBezTo>
                    <a:pt x="2437534" y="59717"/>
                    <a:pt x="2410864" y="60987"/>
                    <a:pt x="2385464" y="63527"/>
                  </a:cubicBezTo>
                  <a:cubicBezTo>
                    <a:pt x="2370224" y="64797"/>
                    <a:pt x="2353714" y="67337"/>
                    <a:pt x="2338474" y="68607"/>
                  </a:cubicBezTo>
                  <a:lnTo>
                    <a:pt x="2235604" y="76227"/>
                  </a:lnTo>
                  <a:cubicBezTo>
                    <a:pt x="2214014" y="77497"/>
                    <a:pt x="2193694" y="82577"/>
                    <a:pt x="2173374" y="83847"/>
                  </a:cubicBezTo>
                  <a:cubicBezTo>
                    <a:pt x="2141624" y="86387"/>
                    <a:pt x="2108604" y="87657"/>
                    <a:pt x="2076854" y="90197"/>
                  </a:cubicBezTo>
                  <a:cubicBezTo>
                    <a:pt x="2069234" y="90197"/>
                    <a:pt x="2060344" y="91467"/>
                    <a:pt x="2052724" y="91467"/>
                  </a:cubicBezTo>
                  <a:cubicBezTo>
                    <a:pt x="2024784" y="94007"/>
                    <a:pt x="1998114" y="96547"/>
                    <a:pt x="1970174" y="99087"/>
                  </a:cubicBezTo>
                  <a:cubicBezTo>
                    <a:pt x="1954934" y="100357"/>
                    <a:pt x="1938424" y="102897"/>
                    <a:pt x="1923184" y="104167"/>
                  </a:cubicBezTo>
                  <a:cubicBezTo>
                    <a:pt x="1904134" y="105437"/>
                    <a:pt x="1885084" y="106707"/>
                    <a:pt x="1867304" y="107977"/>
                  </a:cubicBezTo>
                  <a:cubicBezTo>
                    <a:pt x="1831744" y="111787"/>
                    <a:pt x="1794914" y="115597"/>
                    <a:pt x="1759354" y="119407"/>
                  </a:cubicBezTo>
                  <a:cubicBezTo>
                    <a:pt x="1753004" y="120677"/>
                    <a:pt x="1747924" y="124487"/>
                    <a:pt x="1741574" y="124487"/>
                  </a:cubicBezTo>
                  <a:cubicBezTo>
                    <a:pt x="1712364" y="127027"/>
                    <a:pt x="1683154" y="127027"/>
                    <a:pt x="1655214" y="130837"/>
                  </a:cubicBezTo>
                  <a:cubicBezTo>
                    <a:pt x="1639974" y="133377"/>
                    <a:pt x="1623464" y="127027"/>
                    <a:pt x="1609494" y="139727"/>
                  </a:cubicBezTo>
                  <a:cubicBezTo>
                    <a:pt x="1604414" y="143537"/>
                    <a:pt x="1590444" y="137187"/>
                    <a:pt x="1581554" y="138457"/>
                  </a:cubicBezTo>
                  <a:cubicBezTo>
                    <a:pt x="1545994" y="142267"/>
                    <a:pt x="1510434" y="147347"/>
                    <a:pt x="1476144" y="151157"/>
                  </a:cubicBezTo>
                  <a:cubicBezTo>
                    <a:pt x="1448204" y="154967"/>
                    <a:pt x="1421534" y="157507"/>
                    <a:pt x="1393594" y="161317"/>
                  </a:cubicBezTo>
                  <a:cubicBezTo>
                    <a:pt x="1383434" y="162587"/>
                    <a:pt x="1373274" y="166397"/>
                    <a:pt x="1364384" y="167667"/>
                  </a:cubicBezTo>
                  <a:cubicBezTo>
                    <a:pt x="1338984" y="170207"/>
                    <a:pt x="1313584" y="172747"/>
                    <a:pt x="1289454" y="175287"/>
                  </a:cubicBezTo>
                  <a:cubicBezTo>
                    <a:pt x="1289454" y="180367"/>
                    <a:pt x="1289454" y="182907"/>
                    <a:pt x="1288184" y="185447"/>
                  </a:cubicBezTo>
                  <a:cubicBezTo>
                    <a:pt x="1285644" y="182907"/>
                    <a:pt x="1283104" y="179097"/>
                    <a:pt x="1280564" y="174017"/>
                  </a:cubicBezTo>
                  <a:cubicBezTo>
                    <a:pt x="1275484" y="187987"/>
                    <a:pt x="1265324" y="179097"/>
                    <a:pt x="1257704" y="180367"/>
                  </a:cubicBezTo>
                  <a:cubicBezTo>
                    <a:pt x="1243734" y="182907"/>
                    <a:pt x="1228494" y="186717"/>
                    <a:pt x="1214524" y="187987"/>
                  </a:cubicBezTo>
                  <a:cubicBezTo>
                    <a:pt x="1189124" y="191797"/>
                    <a:pt x="1163724" y="194337"/>
                    <a:pt x="1138324" y="196877"/>
                  </a:cubicBezTo>
                  <a:cubicBezTo>
                    <a:pt x="1116734" y="199417"/>
                    <a:pt x="1095144" y="204497"/>
                    <a:pt x="1073554" y="208307"/>
                  </a:cubicBezTo>
                  <a:cubicBezTo>
                    <a:pt x="1036724" y="214657"/>
                    <a:pt x="998624" y="218467"/>
                    <a:pt x="961794" y="224817"/>
                  </a:cubicBezTo>
                  <a:cubicBezTo>
                    <a:pt x="936394" y="228627"/>
                    <a:pt x="910994" y="234977"/>
                    <a:pt x="884324" y="238787"/>
                  </a:cubicBezTo>
                  <a:cubicBezTo>
                    <a:pt x="857654" y="243867"/>
                    <a:pt x="829714" y="247677"/>
                    <a:pt x="803044" y="252757"/>
                  </a:cubicBezTo>
                  <a:cubicBezTo>
                    <a:pt x="783994" y="256567"/>
                    <a:pt x="764944" y="261647"/>
                    <a:pt x="745894" y="265457"/>
                  </a:cubicBezTo>
                  <a:cubicBezTo>
                    <a:pt x="707794" y="271807"/>
                    <a:pt x="668424" y="278157"/>
                    <a:pt x="630324" y="284507"/>
                  </a:cubicBezTo>
                  <a:cubicBezTo>
                    <a:pt x="616354" y="287047"/>
                    <a:pt x="603654" y="292127"/>
                    <a:pt x="589684" y="294667"/>
                  </a:cubicBezTo>
                  <a:cubicBezTo>
                    <a:pt x="565554" y="299747"/>
                    <a:pt x="541424" y="302287"/>
                    <a:pt x="517294" y="307367"/>
                  </a:cubicBezTo>
                  <a:cubicBezTo>
                    <a:pt x="499514" y="311177"/>
                    <a:pt x="483004" y="317527"/>
                    <a:pt x="466494" y="320067"/>
                  </a:cubicBezTo>
                  <a:cubicBezTo>
                    <a:pt x="430934" y="327687"/>
                    <a:pt x="395374" y="332767"/>
                    <a:pt x="359814" y="339117"/>
                  </a:cubicBezTo>
                  <a:cubicBezTo>
                    <a:pt x="344574" y="341657"/>
                    <a:pt x="329334" y="346737"/>
                    <a:pt x="314094" y="350547"/>
                  </a:cubicBezTo>
                  <a:cubicBezTo>
                    <a:pt x="289964" y="356897"/>
                    <a:pt x="264564" y="361977"/>
                    <a:pt x="240434" y="368327"/>
                  </a:cubicBezTo>
                  <a:cubicBezTo>
                    <a:pt x="234084" y="369597"/>
                    <a:pt x="227734" y="373407"/>
                    <a:pt x="220114" y="374677"/>
                  </a:cubicBezTo>
                  <a:cubicBezTo>
                    <a:pt x="212494" y="375947"/>
                    <a:pt x="204874" y="375947"/>
                    <a:pt x="197254" y="377217"/>
                  </a:cubicBezTo>
                  <a:cubicBezTo>
                    <a:pt x="182014" y="381027"/>
                    <a:pt x="166774" y="384837"/>
                    <a:pt x="152804" y="388647"/>
                  </a:cubicBezTo>
                  <a:cubicBezTo>
                    <a:pt x="122324" y="396267"/>
                    <a:pt x="107084" y="398807"/>
                    <a:pt x="93114" y="406427"/>
                  </a:cubicBezTo>
                  <a:cubicBezTo>
                    <a:pt x="80414" y="412777"/>
                    <a:pt x="62634" y="411507"/>
                    <a:pt x="57554" y="431827"/>
                  </a:cubicBezTo>
                  <a:cubicBezTo>
                    <a:pt x="55014" y="438177"/>
                    <a:pt x="48664" y="441987"/>
                    <a:pt x="60094" y="444527"/>
                  </a:cubicBezTo>
                  <a:cubicBezTo>
                    <a:pt x="61364" y="444527"/>
                    <a:pt x="63904" y="448337"/>
                    <a:pt x="62634" y="449607"/>
                  </a:cubicBezTo>
                  <a:cubicBezTo>
                    <a:pt x="60094" y="457227"/>
                    <a:pt x="57554" y="464847"/>
                    <a:pt x="55014" y="475007"/>
                  </a:cubicBezTo>
                  <a:cubicBezTo>
                    <a:pt x="55014" y="475007"/>
                    <a:pt x="57554" y="476277"/>
                    <a:pt x="60094" y="478817"/>
                  </a:cubicBezTo>
                  <a:cubicBezTo>
                    <a:pt x="52474" y="486437"/>
                    <a:pt x="52474" y="514377"/>
                    <a:pt x="57554" y="523267"/>
                  </a:cubicBezTo>
                  <a:cubicBezTo>
                    <a:pt x="60094" y="528347"/>
                    <a:pt x="61364" y="534697"/>
                    <a:pt x="62634" y="541047"/>
                  </a:cubicBezTo>
                  <a:cubicBezTo>
                    <a:pt x="47394" y="544857"/>
                    <a:pt x="65174" y="553747"/>
                    <a:pt x="60094" y="558827"/>
                  </a:cubicBezTo>
                  <a:cubicBezTo>
                    <a:pt x="62634" y="558827"/>
                    <a:pt x="65174" y="558827"/>
                    <a:pt x="68984" y="560097"/>
                  </a:cubicBezTo>
                  <a:cubicBezTo>
                    <a:pt x="66444" y="563907"/>
                    <a:pt x="63904" y="566447"/>
                    <a:pt x="62634" y="567717"/>
                  </a:cubicBezTo>
                  <a:cubicBezTo>
                    <a:pt x="65174" y="570257"/>
                    <a:pt x="68984" y="571527"/>
                    <a:pt x="71524" y="574067"/>
                  </a:cubicBezTo>
                  <a:cubicBezTo>
                    <a:pt x="57554" y="593117"/>
                    <a:pt x="57554" y="602007"/>
                    <a:pt x="74064" y="618517"/>
                  </a:cubicBezTo>
                  <a:cubicBezTo>
                    <a:pt x="75334" y="619787"/>
                    <a:pt x="77874" y="622327"/>
                    <a:pt x="77874" y="623597"/>
                  </a:cubicBezTo>
                  <a:cubicBezTo>
                    <a:pt x="74064" y="637567"/>
                    <a:pt x="75334" y="650267"/>
                    <a:pt x="84224" y="661697"/>
                  </a:cubicBezTo>
                  <a:cubicBezTo>
                    <a:pt x="84224" y="661697"/>
                    <a:pt x="82954" y="665507"/>
                    <a:pt x="80414" y="668047"/>
                  </a:cubicBezTo>
                  <a:cubicBezTo>
                    <a:pt x="84224" y="666777"/>
                    <a:pt x="86764" y="665507"/>
                    <a:pt x="89304" y="665507"/>
                  </a:cubicBezTo>
                  <a:lnTo>
                    <a:pt x="85494" y="688367"/>
                  </a:lnTo>
                  <a:lnTo>
                    <a:pt x="99464" y="688367"/>
                  </a:lnTo>
                  <a:cubicBezTo>
                    <a:pt x="103274" y="693447"/>
                    <a:pt x="107084" y="697257"/>
                    <a:pt x="107084" y="698527"/>
                  </a:cubicBezTo>
                  <a:cubicBezTo>
                    <a:pt x="110894" y="694717"/>
                    <a:pt x="113434" y="693447"/>
                    <a:pt x="114704" y="692177"/>
                  </a:cubicBezTo>
                  <a:cubicBezTo>
                    <a:pt x="121054" y="702337"/>
                    <a:pt x="126134" y="709957"/>
                    <a:pt x="129944" y="717577"/>
                  </a:cubicBezTo>
                  <a:cubicBezTo>
                    <a:pt x="128674" y="726467"/>
                    <a:pt x="126134" y="734087"/>
                    <a:pt x="124864" y="739167"/>
                  </a:cubicBezTo>
                  <a:cubicBezTo>
                    <a:pt x="118514" y="739167"/>
                    <a:pt x="112164" y="737897"/>
                    <a:pt x="108354" y="740437"/>
                  </a:cubicBezTo>
                  <a:cubicBezTo>
                    <a:pt x="104544" y="742977"/>
                    <a:pt x="104544" y="749327"/>
                    <a:pt x="102004" y="753137"/>
                  </a:cubicBezTo>
                  <a:cubicBezTo>
                    <a:pt x="102004" y="754407"/>
                    <a:pt x="110894" y="770917"/>
                    <a:pt x="109624" y="772187"/>
                  </a:cubicBezTo>
                  <a:cubicBezTo>
                    <a:pt x="108354" y="781077"/>
                    <a:pt x="105814" y="789967"/>
                    <a:pt x="104544" y="800127"/>
                  </a:cubicBezTo>
                  <a:cubicBezTo>
                    <a:pt x="109624" y="803937"/>
                    <a:pt x="115974" y="809017"/>
                    <a:pt x="121054" y="812827"/>
                  </a:cubicBezTo>
                  <a:cubicBezTo>
                    <a:pt x="112164" y="817907"/>
                    <a:pt x="105814" y="822987"/>
                    <a:pt x="99464" y="826797"/>
                  </a:cubicBezTo>
                  <a:cubicBezTo>
                    <a:pt x="102004" y="828067"/>
                    <a:pt x="103274" y="829337"/>
                    <a:pt x="105814" y="830607"/>
                  </a:cubicBezTo>
                  <a:cubicBezTo>
                    <a:pt x="107084" y="835687"/>
                    <a:pt x="109624" y="840767"/>
                    <a:pt x="109624" y="845847"/>
                  </a:cubicBezTo>
                  <a:cubicBezTo>
                    <a:pt x="109624" y="850927"/>
                    <a:pt x="105814" y="859817"/>
                    <a:pt x="108354" y="861087"/>
                  </a:cubicBezTo>
                  <a:cubicBezTo>
                    <a:pt x="119784" y="867437"/>
                    <a:pt x="113434" y="886487"/>
                    <a:pt x="128674" y="889027"/>
                  </a:cubicBezTo>
                  <a:cubicBezTo>
                    <a:pt x="129944" y="889027"/>
                    <a:pt x="129944" y="891567"/>
                    <a:pt x="132484" y="894107"/>
                  </a:cubicBezTo>
                  <a:cubicBezTo>
                    <a:pt x="128674" y="894107"/>
                    <a:pt x="126134" y="894107"/>
                    <a:pt x="121054" y="895377"/>
                  </a:cubicBezTo>
                  <a:cubicBezTo>
                    <a:pt x="135024" y="905537"/>
                    <a:pt x="131214" y="914427"/>
                    <a:pt x="126134" y="922047"/>
                  </a:cubicBezTo>
                  <a:cubicBezTo>
                    <a:pt x="121054" y="923317"/>
                    <a:pt x="117244" y="924587"/>
                    <a:pt x="113434" y="925857"/>
                  </a:cubicBezTo>
                  <a:cubicBezTo>
                    <a:pt x="114704" y="928397"/>
                    <a:pt x="114704" y="929667"/>
                    <a:pt x="115974" y="932207"/>
                  </a:cubicBezTo>
                  <a:cubicBezTo>
                    <a:pt x="117244" y="933477"/>
                    <a:pt x="123594" y="949987"/>
                    <a:pt x="123594" y="952527"/>
                  </a:cubicBezTo>
                  <a:cubicBezTo>
                    <a:pt x="121054" y="958877"/>
                    <a:pt x="119784" y="965227"/>
                    <a:pt x="118514" y="971577"/>
                  </a:cubicBezTo>
                  <a:cubicBezTo>
                    <a:pt x="126134" y="971577"/>
                    <a:pt x="132484" y="972847"/>
                    <a:pt x="135024" y="972847"/>
                  </a:cubicBezTo>
                  <a:cubicBezTo>
                    <a:pt x="132484" y="974117"/>
                    <a:pt x="128674" y="976657"/>
                    <a:pt x="126134" y="977927"/>
                  </a:cubicBezTo>
                  <a:cubicBezTo>
                    <a:pt x="127404" y="980467"/>
                    <a:pt x="128674" y="983007"/>
                    <a:pt x="131214" y="984277"/>
                  </a:cubicBezTo>
                  <a:cubicBezTo>
                    <a:pt x="141374" y="983007"/>
                    <a:pt x="151534" y="981737"/>
                    <a:pt x="162964" y="980467"/>
                  </a:cubicBezTo>
                  <a:cubicBezTo>
                    <a:pt x="161694" y="986817"/>
                    <a:pt x="160424" y="991897"/>
                    <a:pt x="157884" y="996977"/>
                  </a:cubicBezTo>
                  <a:cubicBezTo>
                    <a:pt x="164234" y="996977"/>
                    <a:pt x="171854" y="998247"/>
                    <a:pt x="178204" y="998247"/>
                  </a:cubicBezTo>
                  <a:lnTo>
                    <a:pt x="178204" y="1004597"/>
                  </a:lnTo>
                  <a:cubicBezTo>
                    <a:pt x="169314" y="1005867"/>
                    <a:pt x="160424" y="1008407"/>
                    <a:pt x="152804" y="1009677"/>
                  </a:cubicBezTo>
                  <a:cubicBezTo>
                    <a:pt x="184554" y="1024917"/>
                    <a:pt x="213764" y="1010947"/>
                    <a:pt x="248054" y="1005867"/>
                  </a:cubicBezTo>
                  <a:cubicBezTo>
                    <a:pt x="254404" y="1012217"/>
                    <a:pt x="260754" y="1007137"/>
                    <a:pt x="265834" y="996977"/>
                  </a:cubicBezTo>
                  <a:cubicBezTo>
                    <a:pt x="272184" y="1005867"/>
                    <a:pt x="277264" y="1003327"/>
                    <a:pt x="289964" y="985547"/>
                  </a:cubicBezTo>
                  <a:cubicBezTo>
                    <a:pt x="291234" y="985547"/>
                    <a:pt x="292504" y="986817"/>
                    <a:pt x="293774" y="986817"/>
                  </a:cubicBezTo>
                  <a:cubicBezTo>
                    <a:pt x="292504" y="991897"/>
                    <a:pt x="289964" y="995707"/>
                    <a:pt x="288694" y="1000787"/>
                  </a:cubicBezTo>
                  <a:cubicBezTo>
                    <a:pt x="296314" y="998247"/>
                    <a:pt x="302664" y="996977"/>
                    <a:pt x="310284" y="994437"/>
                  </a:cubicBezTo>
                  <a:lnTo>
                    <a:pt x="336954" y="990627"/>
                  </a:lnTo>
                  <a:cubicBezTo>
                    <a:pt x="350924" y="988087"/>
                    <a:pt x="364894" y="986817"/>
                    <a:pt x="377594" y="984277"/>
                  </a:cubicBezTo>
                  <a:cubicBezTo>
                    <a:pt x="382674" y="983007"/>
                    <a:pt x="387754" y="979197"/>
                    <a:pt x="392834" y="977927"/>
                  </a:cubicBezTo>
                  <a:cubicBezTo>
                    <a:pt x="397914" y="976657"/>
                    <a:pt x="405534" y="972847"/>
                    <a:pt x="408074" y="975387"/>
                  </a:cubicBezTo>
                  <a:cubicBezTo>
                    <a:pt x="418234" y="984277"/>
                    <a:pt x="427124" y="994437"/>
                    <a:pt x="437284" y="1003327"/>
                  </a:cubicBezTo>
                  <a:cubicBezTo>
                    <a:pt x="438554" y="1000787"/>
                    <a:pt x="439824" y="996977"/>
                    <a:pt x="439824" y="996977"/>
                  </a:cubicBezTo>
                  <a:cubicBezTo>
                    <a:pt x="448714" y="999517"/>
                    <a:pt x="455064" y="1000787"/>
                    <a:pt x="463954" y="1003327"/>
                  </a:cubicBezTo>
                  <a:cubicBezTo>
                    <a:pt x="465224" y="1007137"/>
                    <a:pt x="467764" y="1012217"/>
                    <a:pt x="467764" y="1014757"/>
                  </a:cubicBezTo>
                  <a:cubicBezTo>
                    <a:pt x="481734" y="1016027"/>
                    <a:pt x="493164" y="1017297"/>
                    <a:pt x="503324" y="1018567"/>
                  </a:cubicBezTo>
                  <a:cubicBezTo>
                    <a:pt x="503324" y="1019837"/>
                    <a:pt x="504594" y="1021107"/>
                    <a:pt x="504594" y="1022377"/>
                  </a:cubicBezTo>
                  <a:lnTo>
                    <a:pt x="481734" y="1029997"/>
                  </a:lnTo>
                  <a:cubicBezTo>
                    <a:pt x="480464" y="1026187"/>
                    <a:pt x="479194" y="1024917"/>
                    <a:pt x="476654" y="1018567"/>
                  </a:cubicBezTo>
                  <a:cubicBezTo>
                    <a:pt x="477924" y="1032537"/>
                    <a:pt x="479194" y="1041427"/>
                    <a:pt x="479194" y="1052857"/>
                  </a:cubicBezTo>
                  <a:cubicBezTo>
                    <a:pt x="490624" y="1043967"/>
                    <a:pt x="505864" y="1054127"/>
                    <a:pt x="513484" y="1038887"/>
                  </a:cubicBezTo>
                  <a:cubicBezTo>
                    <a:pt x="513484" y="1037617"/>
                    <a:pt x="518564" y="1037617"/>
                    <a:pt x="519834" y="1038887"/>
                  </a:cubicBezTo>
                  <a:cubicBezTo>
                    <a:pt x="529994" y="1040157"/>
                    <a:pt x="540154" y="1041427"/>
                    <a:pt x="550314" y="1043967"/>
                  </a:cubicBezTo>
                  <a:cubicBezTo>
                    <a:pt x="549044" y="1041427"/>
                    <a:pt x="549044" y="1038887"/>
                    <a:pt x="547774" y="1036347"/>
                  </a:cubicBezTo>
                  <a:cubicBezTo>
                    <a:pt x="554124" y="1037617"/>
                    <a:pt x="559204" y="1038887"/>
                    <a:pt x="563014" y="1040157"/>
                  </a:cubicBezTo>
                  <a:cubicBezTo>
                    <a:pt x="563014" y="1041427"/>
                    <a:pt x="564284" y="1042697"/>
                    <a:pt x="564284" y="1043967"/>
                  </a:cubicBezTo>
                  <a:cubicBezTo>
                    <a:pt x="555394" y="1049047"/>
                    <a:pt x="546504" y="1055397"/>
                    <a:pt x="537614" y="1060477"/>
                  </a:cubicBezTo>
                  <a:cubicBezTo>
                    <a:pt x="523644" y="1069367"/>
                    <a:pt x="510944" y="1080797"/>
                    <a:pt x="496974" y="1084607"/>
                  </a:cubicBezTo>
                  <a:cubicBezTo>
                    <a:pt x="472844" y="1089687"/>
                    <a:pt x="448714" y="1098577"/>
                    <a:pt x="423314" y="1099847"/>
                  </a:cubicBezTo>
                  <a:lnTo>
                    <a:pt x="416964" y="1099847"/>
                  </a:lnTo>
                  <a:cubicBezTo>
                    <a:pt x="390294" y="1104927"/>
                    <a:pt x="364894" y="1110007"/>
                    <a:pt x="338224" y="1115087"/>
                  </a:cubicBezTo>
                  <a:cubicBezTo>
                    <a:pt x="334414" y="1116357"/>
                    <a:pt x="331874" y="1117627"/>
                    <a:pt x="328064" y="1117627"/>
                  </a:cubicBezTo>
                  <a:cubicBezTo>
                    <a:pt x="311554" y="1120167"/>
                    <a:pt x="295044" y="1121437"/>
                    <a:pt x="279804" y="1123977"/>
                  </a:cubicBezTo>
                  <a:cubicBezTo>
                    <a:pt x="263294" y="1127787"/>
                    <a:pt x="245514" y="1130327"/>
                    <a:pt x="229004" y="1136677"/>
                  </a:cubicBezTo>
                  <a:cubicBezTo>
                    <a:pt x="216304" y="1140487"/>
                    <a:pt x="199794" y="1139217"/>
                    <a:pt x="194714" y="1151917"/>
                  </a:cubicBezTo>
                  <a:cubicBezTo>
                    <a:pt x="189634" y="1151917"/>
                    <a:pt x="184554" y="1150647"/>
                    <a:pt x="182014" y="1151917"/>
                  </a:cubicBezTo>
                  <a:cubicBezTo>
                    <a:pt x="162964" y="1159537"/>
                    <a:pt x="143914" y="1167157"/>
                    <a:pt x="126134" y="1176047"/>
                  </a:cubicBezTo>
                  <a:cubicBezTo>
                    <a:pt x="119784" y="1181127"/>
                    <a:pt x="114704" y="1183667"/>
                    <a:pt x="112164" y="1188747"/>
                  </a:cubicBezTo>
                  <a:cubicBezTo>
                    <a:pt x="110894" y="1192557"/>
                    <a:pt x="114704" y="1198907"/>
                    <a:pt x="115974" y="1201447"/>
                  </a:cubicBezTo>
                  <a:cubicBezTo>
                    <a:pt x="113434" y="1202717"/>
                    <a:pt x="108354" y="1203987"/>
                    <a:pt x="108354" y="1205257"/>
                  </a:cubicBezTo>
                  <a:cubicBezTo>
                    <a:pt x="108354" y="1212877"/>
                    <a:pt x="108354" y="1220497"/>
                    <a:pt x="110894" y="1226847"/>
                  </a:cubicBezTo>
                  <a:cubicBezTo>
                    <a:pt x="114704" y="1235737"/>
                    <a:pt x="126134" y="1243357"/>
                    <a:pt x="113434" y="1254787"/>
                  </a:cubicBezTo>
                  <a:cubicBezTo>
                    <a:pt x="110894" y="1256057"/>
                    <a:pt x="113434" y="1262407"/>
                    <a:pt x="113434" y="1267487"/>
                  </a:cubicBezTo>
                  <a:cubicBezTo>
                    <a:pt x="117244" y="1266217"/>
                    <a:pt x="119784" y="1266217"/>
                    <a:pt x="123594" y="1266217"/>
                  </a:cubicBezTo>
                  <a:cubicBezTo>
                    <a:pt x="110894" y="1287807"/>
                    <a:pt x="110894" y="1295427"/>
                    <a:pt x="123594" y="1299237"/>
                  </a:cubicBezTo>
                  <a:cubicBezTo>
                    <a:pt x="123594" y="1306857"/>
                    <a:pt x="121054" y="1314477"/>
                    <a:pt x="123594" y="1319557"/>
                  </a:cubicBezTo>
                  <a:cubicBezTo>
                    <a:pt x="131214" y="1332257"/>
                    <a:pt x="141374" y="1344957"/>
                    <a:pt x="150264" y="1356387"/>
                  </a:cubicBezTo>
                  <a:cubicBezTo>
                    <a:pt x="148994" y="1357657"/>
                    <a:pt x="146454" y="1358927"/>
                    <a:pt x="145184" y="1358927"/>
                  </a:cubicBezTo>
                  <a:cubicBezTo>
                    <a:pt x="150264" y="1365277"/>
                    <a:pt x="155344" y="1371627"/>
                    <a:pt x="159154" y="1375437"/>
                  </a:cubicBezTo>
                  <a:cubicBezTo>
                    <a:pt x="154074" y="1383057"/>
                    <a:pt x="150264" y="1389407"/>
                    <a:pt x="145184" y="1395757"/>
                  </a:cubicBezTo>
                  <a:cubicBezTo>
                    <a:pt x="151534" y="1398297"/>
                    <a:pt x="155344" y="1399567"/>
                    <a:pt x="160424" y="1400837"/>
                  </a:cubicBezTo>
                  <a:cubicBezTo>
                    <a:pt x="151534" y="1403377"/>
                    <a:pt x="143914" y="1405917"/>
                    <a:pt x="132484" y="1410997"/>
                  </a:cubicBezTo>
                  <a:cubicBezTo>
                    <a:pt x="154074" y="1416077"/>
                    <a:pt x="155344" y="1431317"/>
                    <a:pt x="157884" y="1446557"/>
                  </a:cubicBezTo>
                  <a:cubicBezTo>
                    <a:pt x="157884" y="1447827"/>
                    <a:pt x="164234" y="1449097"/>
                    <a:pt x="168044" y="1450367"/>
                  </a:cubicBezTo>
                  <a:cubicBezTo>
                    <a:pt x="168044" y="1452907"/>
                    <a:pt x="165504" y="1456717"/>
                    <a:pt x="166774" y="1459257"/>
                  </a:cubicBezTo>
                  <a:cubicBezTo>
                    <a:pt x="171854" y="1465607"/>
                    <a:pt x="180744" y="1469417"/>
                    <a:pt x="182014" y="1477037"/>
                  </a:cubicBezTo>
                  <a:cubicBezTo>
                    <a:pt x="189634" y="1498627"/>
                    <a:pt x="203604" y="1494817"/>
                    <a:pt x="218844" y="1489737"/>
                  </a:cubicBezTo>
                  <a:lnTo>
                    <a:pt x="226464" y="1501167"/>
                  </a:lnTo>
                  <a:cubicBezTo>
                    <a:pt x="229004" y="1499897"/>
                    <a:pt x="231544" y="1497357"/>
                    <a:pt x="232814" y="1496087"/>
                  </a:cubicBezTo>
                  <a:cubicBezTo>
                    <a:pt x="234084" y="1503707"/>
                    <a:pt x="246784" y="1512597"/>
                    <a:pt x="250594" y="1507517"/>
                  </a:cubicBezTo>
                  <a:cubicBezTo>
                    <a:pt x="259484" y="1494817"/>
                    <a:pt x="269644" y="1502437"/>
                    <a:pt x="279804" y="1503707"/>
                  </a:cubicBezTo>
                  <a:cubicBezTo>
                    <a:pt x="284884" y="1504977"/>
                    <a:pt x="292504" y="1506247"/>
                    <a:pt x="295044" y="1503707"/>
                  </a:cubicBezTo>
                  <a:cubicBezTo>
                    <a:pt x="301394" y="1497357"/>
                    <a:pt x="320444" y="1503707"/>
                    <a:pt x="315364" y="1485927"/>
                  </a:cubicBezTo>
                  <a:cubicBezTo>
                    <a:pt x="314094" y="1482117"/>
                    <a:pt x="309014" y="1478307"/>
                    <a:pt x="303934" y="1474497"/>
                  </a:cubicBezTo>
                  <a:lnTo>
                    <a:pt x="340764" y="1474497"/>
                  </a:lnTo>
                  <a:cubicBezTo>
                    <a:pt x="342034" y="1478307"/>
                    <a:pt x="342034" y="1483387"/>
                    <a:pt x="343304" y="1487197"/>
                  </a:cubicBezTo>
                  <a:cubicBezTo>
                    <a:pt x="336954" y="1488467"/>
                    <a:pt x="330604" y="1489737"/>
                    <a:pt x="324254" y="1492277"/>
                  </a:cubicBezTo>
                  <a:cubicBezTo>
                    <a:pt x="324254" y="1493547"/>
                    <a:pt x="325524" y="1494817"/>
                    <a:pt x="325524" y="1497357"/>
                  </a:cubicBezTo>
                  <a:cubicBezTo>
                    <a:pt x="328064" y="1497357"/>
                    <a:pt x="331874" y="1496087"/>
                    <a:pt x="334414" y="1496087"/>
                  </a:cubicBezTo>
                  <a:cubicBezTo>
                    <a:pt x="344574" y="1499897"/>
                    <a:pt x="358544" y="1489737"/>
                    <a:pt x="367434" y="1502437"/>
                  </a:cubicBezTo>
                  <a:cubicBezTo>
                    <a:pt x="383944" y="1525297"/>
                    <a:pt x="413154" y="1531647"/>
                    <a:pt x="439824" y="1518947"/>
                  </a:cubicBezTo>
                  <a:cubicBezTo>
                    <a:pt x="442364" y="1517677"/>
                    <a:pt x="447444" y="1521487"/>
                    <a:pt x="451254" y="1522757"/>
                  </a:cubicBezTo>
                  <a:cubicBezTo>
                    <a:pt x="452524" y="1522757"/>
                    <a:pt x="452524" y="1522757"/>
                    <a:pt x="453794" y="1524027"/>
                  </a:cubicBezTo>
                  <a:cubicBezTo>
                    <a:pt x="455064" y="1521487"/>
                    <a:pt x="455064" y="1518947"/>
                    <a:pt x="455064" y="1520217"/>
                  </a:cubicBezTo>
                  <a:cubicBezTo>
                    <a:pt x="463954" y="1520217"/>
                    <a:pt x="472844" y="1522757"/>
                    <a:pt x="481734" y="1521487"/>
                  </a:cubicBezTo>
                  <a:cubicBezTo>
                    <a:pt x="495704" y="1520217"/>
                    <a:pt x="509674" y="1515137"/>
                    <a:pt x="523644" y="1513867"/>
                  </a:cubicBezTo>
                  <a:cubicBezTo>
                    <a:pt x="545234" y="1511327"/>
                    <a:pt x="566824" y="1511327"/>
                    <a:pt x="588414" y="1506247"/>
                  </a:cubicBezTo>
                  <a:cubicBezTo>
                    <a:pt x="597304" y="1503707"/>
                    <a:pt x="603654" y="1504977"/>
                    <a:pt x="610004" y="1507517"/>
                  </a:cubicBezTo>
                  <a:cubicBezTo>
                    <a:pt x="570634" y="1524027"/>
                    <a:pt x="531264" y="1540537"/>
                    <a:pt x="491894" y="1555777"/>
                  </a:cubicBezTo>
                  <a:cubicBezTo>
                    <a:pt x="491894" y="1557047"/>
                    <a:pt x="493164" y="1558317"/>
                    <a:pt x="493164" y="1559587"/>
                  </a:cubicBezTo>
                  <a:cubicBezTo>
                    <a:pt x="495704" y="1559587"/>
                    <a:pt x="498244" y="1560857"/>
                    <a:pt x="503324" y="1562127"/>
                  </a:cubicBezTo>
                  <a:cubicBezTo>
                    <a:pt x="494434" y="1565937"/>
                    <a:pt x="490624" y="1567207"/>
                    <a:pt x="484274" y="1569747"/>
                  </a:cubicBezTo>
                  <a:cubicBezTo>
                    <a:pt x="495704" y="1577367"/>
                    <a:pt x="480464" y="1586257"/>
                    <a:pt x="486814" y="1596417"/>
                  </a:cubicBezTo>
                  <a:cubicBezTo>
                    <a:pt x="491894" y="1606577"/>
                    <a:pt x="488084" y="1621817"/>
                    <a:pt x="510944" y="1618007"/>
                  </a:cubicBezTo>
                  <a:cubicBezTo>
                    <a:pt x="488084" y="1629437"/>
                    <a:pt x="486814" y="1645947"/>
                    <a:pt x="502054" y="1663727"/>
                  </a:cubicBezTo>
                  <a:cubicBezTo>
                    <a:pt x="504594" y="1666267"/>
                    <a:pt x="505864" y="1671347"/>
                    <a:pt x="504594" y="1673887"/>
                  </a:cubicBezTo>
                  <a:cubicBezTo>
                    <a:pt x="502054" y="1682777"/>
                    <a:pt x="498244" y="1690397"/>
                    <a:pt x="495704" y="1696747"/>
                  </a:cubicBezTo>
                  <a:cubicBezTo>
                    <a:pt x="486814" y="1696747"/>
                    <a:pt x="481734" y="1695477"/>
                    <a:pt x="476654" y="1695477"/>
                  </a:cubicBezTo>
                  <a:cubicBezTo>
                    <a:pt x="463954" y="1696747"/>
                    <a:pt x="451254" y="1699287"/>
                    <a:pt x="438554" y="1701827"/>
                  </a:cubicBezTo>
                  <a:cubicBezTo>
                    <a:pt x="397914" y="1709447"/>
                    <a:pt x="356004" y="1717067"/>
                    <a:pt x="315364" y="1724687"/>
                  </a:cubicBezTo>
                  <a:cubicBezTo>
                    <a:pt x="281074" y="1731037"/>
                    <a:pt x="248054" y="1743737"/>
                    <a:pt x="213764" y="1746277"/>
                  </a:cubicBezTo>
                  <a:cubicBezTo>
                    <a:pt x="189634" y="1747547"/>
                    <a:pt x="168044" y="1760247"/>
                    <a:pt x="145184" y="1761517"/>
                  </a:cubicBezTo>
                  <a:cubicBezTo>
                    <a:pt x="129944" y="1762787"/>
                    <a:pt x="114704" y="1769137"/>
                    <a:pt x="100734" y="1775487"/>
                  </a:cubicBezTo>
                  <a:cubicBezTo>
                    <a:pt x="93114" y="1778027"/>
                    <a:pt x="86764" y="1784377"/>
                    <a:pt x="80414" y="1788187"/>
                  </a:cubicBezTo>
                  <a:cubicBezTo>
                    <a:pt x="79144" y="1788187"/>
                    <a:pt x="75334" y="1786917"/>
                    <a:pt x="74064" y="1788187"/>
                  </a:cubicBezTo>
                  <a:cubicBezTo>
                    <a:pt x="63904" y="1793267"/>
                    <a:pt x="55014" y="1798347"/>
                    <a:pt x="44854" y="1802157"/>
                  </a:cubicBezTo>
                  <a:cubicBezTo>
                    <a:pt x="37234" y="1805967"/>
                    <a:pt x="30884" y="1809777"/>
                    <a:pt x="23264" y="1813587"/>
                  </a:cubicBezTo>
                  <a:cubicBezTo>
                    <a:pt x="23264" y="1814857"/>
                    <a:pt x="24534" y="1816127"/>
                    <a:pt x="24534" y="1817397"/>
                  </a:cubicBezTo>
                  <a:cubicBezTo>
                    <a:pt x="21994" y="1817397"/>
                    <a:pt x="18184" y="1816127"/>
                    <a:pt x="14374" y="1814857"/>
                  </a:cubicBezTo>
                  <a:cubicBezTo>
                    <a:pt x="15644" y="1822477"/>
                    <a:pt x="16914" y="1827557"/>
                    <a:pt x="18184" y="1833907"/>
                  </a:cubicBezTo>
                  <a:cubicBezTo>
                    <a:pt x="16914" y="1833907"/>
                    <a:pt x="16914" y="1833907"/>
                    <a:pt x="15644" y="1835177"/>
                  </a:cubicBezTo>
                  <a:cubicBezTo>
                    <a:pt x="14374" y="1832637"/>
                    <a:pt x="13104" y="1830097"/>
                    <a:pt x="11834" y="1828827"/>
                  </a:cubicBezTo>
                  <a:cubicBezTo>
                    <a:pt x="404" y="1841527"/>
                    <a:pt x="-7216" y="1852957"/>
                    <a:pt x="10564" y="1860577"/>
                  </a:cubicBezTo>
                  <a:cubicBezTo>
                    <a:pt x="9294" y="1866927"/>
                    <a:pt x="9294" y="1872007"/>
                    <a:pt x="9294" y="1875817"/>
                  </a:cubicBezTo>
                  <a:lnTo>
                    <a:pt x="13104" y="1902487"/>
                  </a:lnTo>
                  <a:cubicBezTo>
                    <a:pt x="14374" y="1913917"/>
                    <a:pt x="11834" y="1925347"/>
                    <a:pt x="25804" y="1929157"/>
                  </a:cubicBezTo>
                  <a:cubicBezTo>
                    <a:pt x="21994" y="1935507"/>
                    <a:pt x="21994" y="1964717"/>
                    <a:pt x="27074" y="1965987"/>
                  </a:cubicBezTo>
                  <a:cubicBezTo>
                    <a:pt x="35964" y="1969797"/>
                    <a:pt x="38504" y="1981227"/>
                    <a:pt x="46124" y="1986307"/>
                  </a:cubicBezTo>
                  <a:cubicBezTo>
                    <a:pt x="47394" y="1987577"/>
                    <a:pt x="48664" y="1990117"/>
                    <a:pt x="48664" y="1990117"/>
                  </a:cubicBezTo>
                  <a:cubicBezTo>
                    <a:pt x="38504" y="2001547"/>
                    <a:pt x="53744" y="1996467"/>
                    <a:pt x="56284" y="2001547"/>
                  </a:cubicBezTo>
                  <a:cubicBezTo>
                    <a:pt x="53744" y="2007897"/>
                    <a:pt x="48664" y="2014247"/>
                    <a:pt x="47394" y="2021867"/>
                  </a:cubicBezTo>
                  <a:cubicBezTo>
                    <a:pt x="46124" y="2029487"/>
                    <a:pt x="47394" y="2035837"/>
                    <a:pt x="58824" y="2032027"/>
                  </a:cubicBezTo>
                  <a:cubicBezTo>
                    <a:pt x="57554" y="2043457"/>
                    <a:pt x="56284" y="2053617"/>
                    <a:pt x="55014" y="2065047"/>
                  </a:cubicBezTo>
                  <a:cubicBezTo>
                    <a:pt x="56284" y="2065047"/>
                    <a:pt x="57554" y="2063777"/>
                    <a:pt x="57554" y="2063777"/>
                  </a:cubicBezTo>
                  <a:cubicBezTo>
                    <a:pt x="61364" y="2072667"/>
                    <a:pt x="63904" y="2080287"/>
                    <a:pt x="67714" y="2087907"/>
                  </a:cubicBezTo>
                  <a:cubicBezTo>
                    <a:pt x="74064" y="2087907"/>
                    <a:pt x="80414" y="2089177"/>
                    <a:pt x="88034" y="2090447"/>
                  </a:cubicBezTo>
                  <a:lnTo>
                    <a:pt x="88034" y="2094257"/>
                  </a:lnTo>
                  <a:cubicBezTo>
                    <a:pt x="84224" y="2095527"/>
                    <a:pt x="80414" y="2096797"/>
                    <a:pt x="76604" y="2098067"/>
                  </a:cubicBezTo>
                  <a:cubicBezTo>
                    <a:pt x="77874" y="2099337"/>
                    <a:pt x="80414" y="2099337"/>
                    <a:pt x="80414" y="2099337"/>
                  </a:cubicBezTo>
                  <a:cubicBezTo>
                    <a:pt x="81684" y="2118387"/>
                    <a:pt x="98194" y="2115847"/>
                    <a:pt x="109624" y="2120927"/>
                  </a:cubicBezTo>
                  <a:cubicBezTo>
                    <a:pt x="114704" y="2123467"/>
                    <a:pt x="121054" y="2124737"/>
                    <a:pt x="124864" y="2123467"/>
                  </a:cubicBezTo>
                  <a:cubicBezTo>
                    <a:pt x="132484" y="2119657"/>
                    <a:pt x="137564" y="2120927"/>
                    <a:pt x="137564" y="2128547"/>
                  </a:cubicBezTo>
                  <a:cubicBezTo>
                    <a:pt x="137564" y="2132357"/>
                    <a:pt x="135024" y="2137437"/>
                    <a:pt x="133754" y="2139977"/>
                  </a:cubicBezTo>
                  <a:cubicBezTo>
                    <a:pt x="142644" y="2139977"/>
                    <a:pt x="156614" y="2143787"/>
                    <a:pt x="164234" y="2138707"/>
                  </a:cubicBezTo>
                  <a:cubicBezTo>
                    <a:pt x="182014" y="2127277"/>
                    <a:pt x="198524" y="2137437"/>
                    <a:pt x="215034" y="2133627"/>
                  </a:cubicBezTo>
                  <a:cubicBezTo>
                    <a:pt x="223924" y="2131087"/>
                    <a:pt x="231544" y="2131087"/>
                    <a:pt x="244244" y="2128547"/>
                  </a:cubicBezTo>
                  <a:cubicBezTo>
                    <a:pt x="250594" y="2133627"/>
                    <a:pt x="256944" y="2132357"/>
                    <a:pt x="258214" y="2126007"/>
                  </a:cubicBezTo>
                  <a:cubicBezTo>
                    <a:pt x="268374" y="2126007"/>
                    <a:pt x="277264" y="2126007"/>
                    <a:pt x="286154" y="2124737"/>
                  </a:cubicBezTo>
                  <a:cubicBezTo>
                    <a:pt x="300124" y="2122197"/>
                    <a:pt x="312824" y="2118387"/>
                    <a:pt x="326794" y="2117117"/>
                  </a:cubicBezTo>
                  <a:cubicBezTo>
                    <a:pt x="335684" y="2115847"/>
                    <a:pt x="345844" y="2118387"/>
                    <a:pt x="356004" y="2117117"/>
                  </a:cubicBezTo>
                  <a:cubicBezTo>
                    <a:pt x="361084" y="2115847"/>
                    <a:pt x="364894" y="2108227"/>
                    <a:pt x="369974" y="2104417"/>
                  </a:cubicBezTo>
                  <a:cubicBezTo>
                    <a:pt x="375054" y="2117117"/>
                    <a:pt x="385214" y="2118387"/>
                    <a:pt x="401724" y="2109497"/>
                  </a:cubicBezTo>
                  <a:cubicBezTo>
                    <a:pt x="395374" y="2104417"/>
                    <a:pt x="387754" y="2100607"/>
                    <a:pt x="381404" y="2096797"/>
                  </a:cubicBezTo>
                  <a:cubicBezTo>
                    <a:pt x="387754" y="2094257"/>
                    <a:pt x="392834" y="2090447"/>
                    <a:pt x="397914" y="2089177"/>
                  </a:cubicBezTo>
                  <a:cubicBezTo>
                    <a:pt x="402994" y="2089177"/>
                    <a:pt x="406804" y="2090447"/>
                    <a:pt x="410614" y="2090447"/>
                  </a:cubicBezTo>
                  <a:cubicBezTo>
                    <a:pt x="414424" y="2090447"/>
                    <a:pt x="418234" y="2090447"/>
                    <a:pt x="422044" y="2089177"/>
                  </a:cubicBezTo>
                  <a:cubicBezTo>
                    <a:pt x="425854" y="2087907"/>
                    <a:pt x="428394" y="2086637"/>
                    <a:pt x="430934" y="2084097"/>
                  </a:cubicBezTo>
                  <a:cubicBezTo>
                    <a:pt x="430934" y="2087907"/>
                    <a:pt x="432204" y="2092987"/>
                    <a:pt x="432204" y="2096797"/>
                  </a:cubicBezTo>
                  <a:cubicBezTo>
                    <a:pt x="432204" y="2100607"/>
                    <a:pt x="429664" y="2104417"/>
                    <a:pt x="428394" y="2108227"/>
                  </a:cubicBezTo>
                  <a:cubicBezTo>
                    <a:pt x="432204" y="2108227"/>
                    <a:pt x="436014" y="2108227"/>
                    <a:pt x="441094" y="2106957"/>
                  </a:cubicBezTo>
                  <a:cubicBezTo>
                    <a:pt x="446174" y="2114577"/>
                    <a:pt x="432204" y="2131087"/>
                    <a:pt x="451254" y="2132357"/>
                  </a:cubicBezTo>
                  <a:cubicBezTo>
                    <a:pt x="449984" y="2137437"/>
                    <a:pt x="448714" y="2141247"/>
                    <a:pt x="447444" y="2146327"/>
                  </a:cubicBezTo>
                  <a:cubicBezTo>
                    <a:pt x="455064" y="2146327"/>
                    <a:pt x="462684" y="2147597"/>
                    <a:pt x="474114" y="2148867"/>
                  </a:cubicBezTo>
                  <a:cubicBezTo>
                    <a:pt x="469034" y="2155217"/>
                    <a:pt x="465224" y="2160297"/>
                    <a:pt x="460144" y="2165377"/>
                  </a:cubicBezTo>
                  <a:cubicBezTo>
                    <a:pt x="463954" y="2164107"/>
                    <a:pt x="467764" y="2164107"/>
                    <a:pt x="475384" y="2162837"/>
                  </a:cubicBezTo>
                  <a:cubicBezTo>
                    <a:pt x="458874" y="2178077"/>
                    <a:pt x="476654" y="2179347"/>
                    <a:pt x="483004" y="2188237"/>
                  </a:cubicBezTo>
                  <a:cubicBezTo>
                    <a:pt x="486814" y="2178077"/>
                    <a:pt x="489354" y="2171727"/>
                    <a:pt x="490624" y="2166647"/>
                  </a:cubicBezTo>
                  <a:cubicBezTo>
                    <a:pt x="496974" y="2172997"/>
                    <a:pt x="504594" y="2180617"/>
                    <a:pt x="512214" y="2189507"/>
                  </a:cubicBezTo>
                  <a:cubicBezTo>
                    <a:pt x="513484" y="2189507"/>
                    <a:pt x="516024" y="2186967"/>
                    <a:pt x="517294" y="2188237"/>
                  </a:cubicBezTo>
                  <a:cubicBezTo>
                    <a:pt x="531264" y="2194587"/>
                    <a:pt x="537614" y="2188237"/>
                    <a:pt x="542694" y="2175537"/>
                  </a:cubicBezTo>
                  <a:cubicBezTo>
                    <a:pt x="543964" y="2172997"/>
                    <a:pt x="550314" y="2171727"/>
                    <a:pt x="551584" y="2170457"/>
                  </a:cubicBezTo>
                  <a:cubicBezTo>
                    <a:pt x="549044" y="2178077"/>
                    <a:pt x="545234" y="2185697"/>
                    <a:pt x="541424" y="2194587"/>
                  </a:cubicBezTo>
                  <a:cubicBezTo>
                    <a:pt x="526184" y="2197127"/>
                    <a:pt x="508404" y="2200937"/>
                    <a:pt x="490624" y="2204747"/>
                  </a:cubicBezTo>
                  <a:cubicBezTo>
                    <a:pt x="474114" y="2208557"/>
                    <a:pt x="457604" y="2214907"/>
                    <a:pt x="439824" y="2217447"/>
                  </a:cubicBezTo>
                  <a:cubicBezTo>
                    <a:pt x="415694" y="2221257"/>
                    <a:pt x="391564" y="2223797"/>
                    <a:pt x="366164" y="2227607"/>
                  </a:cubicBezTo>
                  <a:cubicBezTo>
                    <a:pt x="336954" y="2232687"/>
                    <a:pt x="307744" y="2237767"/>
                    <a:pt x="278534" y="2244117"/>
                  </a:cubicBezTo>
                  <a:cubicBezTo>
                    <a:pt x="254404" y="2249197"/>
                    <a:pt x="231544" y="2256817"/>
                    <a:pt x="207414" y="2261897"/>
                  </a:cubicBezTo>
                  <a:cubicBezTo>
                    <a:pt x="190904" y="2265707"/>
                    <a:pt x="174394" y="2266977"/>
                    <a:pt x="159154" y="2273327"/>
                  </a:cubicBezTo>
                  <a:cubicBezTo>
                    <a:pt x="143914" y="2279677"/>
                    <a:pt x="122324" y="2278407"/>
                    <a:pt x="117244" y="2299997"/>
                  </a:cubicBezTo>
                  <a:cubicBezTo>
                    <a:pt x="108354" y="2294917"/>
                    <a:pt x="102004" y="2297457"/>
                    <a:pt x="100734" y="2306347"/>
                  </a:cubicBezTo>
                  <a:cubicBezTo>
                    <a:pt x="100734" y="2308887"/>
                    <a:pt x="99464" y="2311427"/>
                    <a:pt x="96924" y="2311427"/>
                  </a:cubicBezTo>
                  <a:cubicBezTo>
                    <a:pt x="82954" y="2315237"/>
                    <a:pt x="86764" y="2322857"/>
                    <a:pt x="93114" y="2330477"/>
                  </a:cubicBezTo>
                  <a:cubicBezTo>
                    <a:pt x="100734" y="2339367"/>
                    <a:pt x="100734" y="2348257"/>
                    <a:pt x="99464" y="2358417"/>
                  </a:cubicBezTo>
                  <a:cubicBezTo>
                    <a:pt x="96924" y="2372387"/>
                    <a:pt x="94384" y="2387627"/>
                    <a:pt x="91844" y="2401597"/>
                  </a:cubicBezTo>
                  <a:cubicBezTo>
                    <a:pt x="91844" y="2405407"/>
                    <a:pt x="95654" y="2409217"/>
                    <a:pt x="98194" y="2413027"/>
                  </a:cubicBezTo>
                  <a:lnTo>
                    <a:pt x="102004" y="2420647"/>
                  </a:lnTo>
                  <a:lnTo>
                    <a:pt x="102004" y="2442237"/>
                  </a:lnTo>
                  <a:cubicBezTo>
                    <a:pt x="107084" y="2442237"/>
                    <a:pt x="113434" y="2440967"/>
                    <a:pt x="119784" y="2440967"/>
                  </a:cubicBezTo>
                  <a:cubicBezTo>
                    <a:pt x="119784" y="2440967"/>
                    <a:pt x="119784" y="2442237"/>
                    <a:pt x="121054" y="2442237"/>
                  </a:cubicBezTo>
                  <a:cubicBezTo>
                    <a:pt x="117244" y="2443507"/>
                    <a:pt x="114704" y="2444777"/>
                    <a:pt x="110894" y="2447317"/>
                  </a:cubicBezTo>
                  <a:cubicBezTo>
                    <a:pt x="118514" y="2456207"/>
                    <a:pt x="104544" y="2479067"/>
                    <a:pt x="135024" y="2473987"/>
                  </a:cubicBezTo>
                  <a:cubicBezTo>
                    <a:pt x="126134" y="2481607"/>
                    <a:pt x="121054" y="2486687"/>
                    <a:pt x="117244" y="2489227"/>
                  </a:cubicBezTo>
                  <a:cubicBezTo>
                    <a:pt x="119784" y="2495577"/>
                    <a:pt x="122324" y="2499387"/>
                    <a:pt x="123594" y="2503197"/>
                  </a:cubicBezTo>
                  <a:cubicBezTo>
                    <a:pt x="118514" y="2507007"/>
                    <a:pt x="114704" y="2510817"/>
                    <a:pt x="110894" y="2513357"/>
                  </a:cubicBezTo>
                  <a:cubicBezTo>
                    <a:pt x="115974" y="2518437"/>
                    <a:pt x="121054" y="2522247"/>
                    <a:pt x="123594" y="2526057"/>
                  </a:cubicBezTo>
                  <a:cubicBezTo>
                    <a:pt x="128674" y="2520977"/>
                    <a:pt x="133754" y="2515897"/>
                    <a:pt x="138834" y="2515897"/>
                  </a:cubicBezTo>
                  <a:cubicBezTo>
                    <a:pt x="143914" y="2515897"/>
                    <a:pt x="150264" y="2524787"/>
                    <a:pt x="156614" y="2529867"/>
                  </a:cubicBezTo>
                  <a:cubicBezTo>
                    <a:pt x="156614" y="2531137"/>
                    <a:pt x="152804" y="2532407"/>
                    <a:pt x="151534" y="2532407"/>
                  </a:cubicBezTo>
                  <a:cubicBezTo>
                    <a:pt x="142644" y="2522247"/>
                    <a:pt x="133754" y="2520977"/>
                    <a:pt x="124864" y="2532407"/>
                  </a:cubicBezTo>
                  <a:cubicBezTo>
                    <a:pt x="124864" y="2532407"/>
                    <a:pt x="123594" y="2532407"/>
                    <a:pt x="123594" y="2531137"/>
                  </a:cubicBezTo>
                  <a:cubicBezTo>
                    <a:pt x="123594" y="2529867"/>
                    <a:pt x="123594" y="2529867"/>
                    <a:pt x="122324" y="2528597"/>
                  </a:cubicBezTo>
                  <a:cubicBezTo>
                    <a:pt x="117244" y="2533677"/>
                    <a:pt x="118514" y="2537487"/>
                    <a:pt x="124864" y="2541297"/>
                  </a:cubicBezTo>
                  <a:cubicBezTo>
                    <a:pt x="133754" y="2546377"/>
                    <a:pt x="132484" y="2550187"/>
                    <a:pt x="127404" y="2556537"/>
                  </a:cubicBezTo>
                  <a:cubicBezTo>
                    <a:pt x="129944" y="2557807"/>
                    <a:pt x="133754" y="2560347"/>
                    <a:pt x="133754" y="2561617"/>
                  </a:cubicBezTo>
                  <a:cubicBezTo>
                    <a:pt x="133754" y="2567967"/>
                    <a:pt x="146454" y="2571777"/>
                    <a:pt x="136294" y="2579397"/>
                  </a:cubicBezTo>
                  <a:cubicBezTo>
                    <a:pt x="141374" y="2585747"/>
                    <a:pt x="143914" y="2592097"/>
                    <a:pt x="155344" y="2594637"/>
                  </a:cubicBezTo>
                  <a:cubicBezTo>
                    <a:pt x="165504" y="2597177"/>
                    <a:pt x="168044" y="2592097"/>
                    <a:pt x="174394" y="2590827"/>
                  </a:cubicBezTo>
                  <a:cubicBezTo>
                    <a:pt x="180744" y="2589557"/>
                    <a:pt x="188364" y="2593367"/>
                    <a:pt x="194714" y="2594637"/>
                  </a:cubicBezTo>
                  <a:cubicBezTo>
                    <a:pt x="197254" y="2594637"/>
                    <a:pt x="199794" y="2590827"/>
                    <a:pt x="199794" y="2589557"/>
                  </a:cubicBezTo>
                  <a:cubicBezTo>
                    <a:pt x="208684" y="2590827"/>
                    <a:pt x="217574" y="2593367"/>
                    <a:pt x="225194" y="2592097"/>
                  </a:cubicBezTo>
                  <a:cubicBezTo>
                    <a:pt x="236624" y="2590827"/>
                    <a:pt x="242974" y="2594637"/>
                    <a:pt x="244244" y="2604797"/>
                  </a:cubicBezTo>
                  <a:cubicBezTo>
                    <a:pt x="245514" y="2616227"/>
                    <a:pt x="251864" y="2617497"/>
                    <a:pt x="260754" y="2616227"/>
                  </a:cubicBezTo>
                  <a:cubicBezTo>
                    <a:pt x="268374" y="2614957"/>
                    <a:pt x="274724" y="2612417"/>
                    <a:pt x="282344" y="2611147"/>
                  </a:cubicBezTo>
                  <a:cubicBezTo>
                    <a:pt x="278534" y="2607337"/>
                    <a:pt x="273454" y="2603527"/>
                    <a:pt x="267104" y="2598447"/>
                  </a:cubicBezTo>
                  <a:cubicBezTo>
                    <a:pt x="273454" y="2597177"/>
                    <a:pt x="279804" y="2594637"/>
                    <a:pt x="284884" y="2594637"/>
                  </a:cubicBezTo>
                  <a:cubicBezTo>
                    <a:pt x="295044" y="2593367"/>
                    <a:pt x="303934" y="2592097"/>
                    <a:pt x="314094" y="2592097"/>
                  </a:cubicBezTo>
                  <a:cubicBezTo>
                    <a:pt x="317904" y="2592097"/>
                    <a:pt x="321714" y="2594637"/>
                    <a:pt x="325524" y="2598447"/>
                  </a:cubicBezTo>
                  <a:cubicBezTo>
                    <a:pt x="309014" y="2598447"/>
                    <a:pt x="293774" y="2598447"/>
                    <a:pt x="282344" y="2611147"/>
                  </a:cubicBezTo>
                  <a:cubicBezTo>
                    <a:pt x="286154" y="2612417"/>
                    <a:pt x="291234" y="2613687"/>
                    <a:pt x="295044" y="2613687"/>
                  </a:cubicBezTo>
                  <a:cubicBezTo>
                    <a:pt x="316634" y="2612417"/>
                    <a:pt x="339494" y="2611147"/>
                    <a:pt x="361084" y="2609877"/>
                  </a:cubicBezTo>
                  <a:cubicBezTo>
                    <a:pt x="382674" y="2608607"/>
                    <a:pt x="402994" y="2606067"/>
                    <a:pt x="425854" y="2604797"/>
                  </a:cubicBezTo>
                  <a:cubicBezTo>
                    <a:pt x="432204" y="2631467"/>
                    <a:pt x="438554" y="2656867"/>
                    <a:pt x="443634" y="2682267"/>
                  </a:cubicBezTo>
                  <a:cubicBezTo>
                    <a:pt x="441094" y="2683537"/>
                    <a:pt x="438554" y="2684807"/>
                    <a:pt x="436014" y="2684807"/>
                  </a:cubicBezTo>
                  <a:cubicBezTo>
                    <a:pt x="439824" y="2689887"/>
                    <a:pt x="444904" y="2694967"/>
                    <a:pt x="446174" y="2700047"/>
                  </a:cubicBezTo>
                  <a:cubicBezTo>
                    <a:pt x="447444" y="2707667"/>
                    <a:pt x="446174" y="2715287"/>
                    <a:pt x="446174" y="2720367"/>
                  </a:cubicBezTo>
                  <a:cubicBezTo>
                    <a:pt x="455064" y="2722907"/>
                    <a:pt x="460144" y="2724177"/>
                    <a:pt x="466494" y="2725447"/>
                  </a:cubicBezTo>
                  <a:cubicBezTo>
                    <a:pt x="465224" y="2725447"/>
                    <a:pt x="463954" y="2726717"/>
                    <a:pt x="461414" y="2726717"/>
                  </a:cubicBezTo>
                  <a:cubicBezTo>
                    <a:pt x="462684" y="2735607"/>
                    <a:pt x="465224" y="2745767"/>
                    <a:pt x="466494" y="2758467"/>
                  </a:cubicBezTo>
                  <a:lnTo>
                    <a:pt x="486814" y="2758467"/>
                  </a:lnTo>
                  <a:cubicBezTo>
                    <a:pt x="490624" y="2758467"/>
                    <a:pt x="494434" y="2761007"/>
                    <a:pt x="495704" y="2762277"/>
                  </a:cubicBezTo>
                  <a:cubicBezTo>
                    <a:pt x="500784" y="2777517"/>
                    <a:pt x="512214" y="2782597"/>
                    <a:pt x="527454" y="2778787"/>
                  </a:cubicBezTo>
                  <a:cubicBezTo>
                    <a:pt x="533804" y="2777517"/>
                    <a:pt x="541424" y="2777517"/>
                    <a:pt x="547774" y="2777517"/>
                  </a:cubicBezTo>
                  <a:lnTo>
                    <a:pt x="563014" y="2777517"/>
                  </a:lnTo>
                  <a:cubicBezTo>
                    <a:pt x="568094" y="2777517"/>
                    <a:pt x="573174" y="2776247"/>
                    <a:pt x="578254" y="2774977"/>
                  </a:cubicBezTo>
                  <a:cubicBezTo>
                    <a:pt x="579524" y="2771167"/>
                    <a:pt x="579524" y="2767357"/>
                    <a:pt x="580794" y="2762277"/>
                  </a:cubicBezTo>
                  <a:cubicBezTo>
                    <a:pt x="584604" y="2762277"/>
                    <a:pt x="587144" y="2761007"/>
                    <a:pt x="590954" y="2761007"/>
                  </a:cubicBezTo>
                  <a:cubicBezTo>
                    <a:pt x="615084" y="2758467"/>
                    <a:pt x="640484" y="2754657"/>
                    <a:pt x="665884" y="2752117"/>
                  </a:cubicBezTo>
                  <a:cubicBezTo>
                    <a:pt x="665884" y="2752117"/>
                    <a:pt x="667154" y="2754657"/>
                    <a:pt x="668424" y="2758467"/>
                  </a:cubicBezTo>
                  <a:cubicBezTo>
                    <a:pt x="664614" y="2759737"/>
                    <a:pt x="662074" y="2761007"/>
                    <a:pt x="659534" y="2762277"/>
                  </a:cubicBezTo>
                  <a:cubicBezTo>
                    <a:pt x="669694" y="2772437"/>
                    <a:pt x="683664" y="2773707"/>
                    <a:pt x="692554" y="2766087"/>
                  </a:cubicBezTo>
                  <a:cubicBezTo>
                    <a:pt x="687474" y="2762277"/>
                    <a:pt x="683664" y="2759737"/>
                    <a:pt x="677314" y="2755927"/>
                  </a:cubicBezTo>
                  <a:lnTo>
                    <a:pt x="681124" y="2752117"/>
                  </a:lnTo>
                  <a:lnTo>
                    <a:pt x="691284" y="2752117"/>
                  </a:lnTo>
                  <a:lnTo>
                    <a:pt x="691284" y="2750847"/>
                  </a:lnTo>
                  <a:cubicBezTo>
                    <a:pt x="696364" y="2752117"/>
                    <a:pt x="700174" y="2754657"/>
                    <a:pt x="705254" y="2750847"/>
                  </a:cubicBezTo>
                  <a:lnTo>
                    <a:pt x="710334" y="2750847"/>
                  </a:lnTo>
                  <a:lnTo>
                    <a:pt x="754784" y="2753387"/>
                  </a:lnTo>
                  <a:cubicBezTo>
                    <a:pt x="759864" y="2753387"/>
                    <a:pt x="762404" y="2752117"/>
                    <a:pt x="764944" y="2749577"/>
                  </a:cubicBezTo>
                  <a:cubicBezTo>
                    <a:pt x="771294" y="2759737"/>
                    <a:pt x="776374" y="2768627"/>
                    <a:pt x="782724" y="2780057"/>
                  </a:cubicBezTo>
                  <a:cubicBezTo>
                    <a:pt x="781454" y="2780057"/>
                    <a:pt x="778914" y="2781327"/>
                    <a:pt x="776374" y="2781327"/>
                  </a:cubicBezTo>
                  <a:cubicBezTo>
                    <a:pt x="792884" y="2807997"/>
                    <a:pt x="803044" y="2835937"/>
                    <a:pt x="787804" y="2866417"/>
                  </a:cubicBezTo>
                  <a:cubicBezTo>
                    <a:pt x="789074" y="2876577"/>
                    <a:pt x="791614" y="2886737"/>
                    <a:pt x="792884" y="2899437"/>
                  </a:cubicBezTo>
                  <a:lnTo>
                    <a:pt x="805584" y="2899437"/>
                  </a:lnTo>
                  <a:cubicBezTo>
                    <a:pt x="803044" y="2905787"/>
                    <a:pt x="800504" y="2909597"/>
                    <a:pt x="799234" y="2913407"/>
                  </a:cubicBezTo>
                  <a:cubicBezTo>
                    <a:pt x="799234" y="2919757"/>
                    <a:pt x="813204" y="2922297"/>
                    <a:pt x="803044" y="2931187"/>
                  </a:cubicBezTo>
                  <a:lnTo>
                    <a:pt x="805584" y="2936267"/>
                  </a:lnTo>
                  <a:cubicBezTo>
                    <a:pt x="818284" y="2952777"/>
                    <a:pt x="832254" y="2968017"/>
                    <a:pt x="846224" y="2987067"/>
                  </a:cubicBezTo>
                  <a:cubicBezTo>
                    <a:pt x="836064" y="2992147"/>
                    <a:pt x="827174" y="2997227"/>
                    <a:pt x="815744" y="3002307"/>
                  </a:cubicBezTo>
                  <a:cubicBezTo>
                    <a:pt x="827174" y="3003577"/>
                    <a:pt x="828444" y="3009927"/>
                    <a:pt x="824634" y="3018817"/>
                  </a:cubicBezTo>
                  <a:cubicBezTo>
                    <a:pt x="823364" y="3021357"/>
                    <a:pt x="825904" y="3027707"/>
                    <a:pt x="827174" y="3028977"/>
                  </a:cubicBezTo>
                  <a:cubicBezTo>
                    <a:pt x="841144" y="3032787"/>
                    <a:pt x="853844" y="3046757"/>
                    <a:pt x="870354" y="3041677"/>
                  </a:cubicBezTo>
                  <a:cubicBezTo>
                    <a:pt x="870354" y="3044217"/>
                    <a:pt x="869084" y="3048027"/>
                    <a:pt x="867814" y="3049297"/>
                  </a:cubicBezTo>
                  <a:cubicBezTo>
                    <a:pt x="857654" y="3054377"/>
                    <a:pt x="847494" y="3058187"/>
                    <a:pt x="837334" y="3063267"/>
                  </a:cubicBezTo>
                  <a:lnTo>
                    <a:pt x="852574" y="3070887"/>
                  </a:lnTo>
                  <a:cubicBezTo>
                    <a:pt x="855114" y="3067077"/>
                    <a:pt x="856384" y="3063267"/>
                    <a:pt x="858924" y="3059457"/>
                  </a:cubicBezTo>
                  <a:cubicBezTo>
                    <a:pt x="866544" y="3063267"/>
                    <a:pt x="872894" y="3065807"/>
                    <a:pt x="880514" y="3069617"/>
                  </a:cubicBezTo>
                  <a:cubicBezTo>
                    <a:pt x="876704" y="3072157"/>
                    <a:pt x="874164" y="3073427"/>
                    <a:pt x="871624" y="3074697"/>
                  </a:cubicBezTo>
                  <a:cubicBezTo>
                    <a:pt x="874164" y="3075967"/>
                    <a:pt x="876704" y="3078507"/>
                    <a:pt x="880514" y="3079777"/>
                  </a:cubicBezTo>
                  <a:cubicBezTo>
                    <a:pt x="884324" y="3081047"/>
                    <a:pt x="888134" y="3079777"/>
                    <a:pt x="890674" y="3081047"/>
                  </a:cubicBezTo>
                  <a:cubicBezTo>
                    <a:pt x="897024" y="3074697"/>
                    <a:pt x="902104" y="3067077"/>
                    <a:pt x="908454" y="3063267"/>
                  </a:cubicBezTo>
                  <a:cubicBezTo>
                    <a:pt x="916074" y="3059457"/>
                    <a:pt x="1123084" y="3037867"/>
                    <a:pt x="1130704" y="3036597"/>
                  </a:cubicBezTo>
                  <a:cubicBezTo>
                    <a:pt x="1140864" y="3035327"/>
                    <a:pt x="1152294" y="3036597"/>
                    <a:pt x="1162454" y="3037867"/>
                  </a:cubicBezTo>
                  <a:lnTo>
                    <a:pt x="1135784" y="3049297"/>
                  </a:lnTo>
                  <a:lnTo>
                    <a:pt x="1139594" y="3056917"/>
                  </a:lnTo>
                  <a:cubicBezTo>
                    <a:pt x="1152294" y="3055647"/>
                    <a:pt x="1162454" y="3055647"/>
                    <a:pt x="1172614" y="3053107"/>
                  </a:cubicBezTo>
                  <a:cubicBezTo>
                    <a:pt x="1178964" y="3051837"/>
                    <a:pt x="1189124" y="3053107"/>
                    <a:pt x="1190394" y="3042947"/>
                  </a:cubicBezTo>
                  <a:cubicBezTo>
                    <a:pt x="1199284" y="3049297"/>
                    <a:pt x="1208174" y="3050567"/>
                    <a:pt x="1219604" y="3045487"/>
                  </a:cubicBezTo>
                  <a:cubicBezTo>
                    <a:pt x="1225954" y="3042947"/>
                    <a:pt x="1233574" y="3042947"/>
                    <a:pt x="1239924" y="3041677"/>
                  </a:cubicBezTo>
                  <a:cubicBezTo>
                    <a:pt x="1255164" y="3040407"/>
                    <a:pt x="1270404" y="3039137"/>
                    <a:pt x="1285644" y="3036597"/>
                  </a:cubicBezTo>
                  <a:lnTo>
                    <a:pt x="1300884" y="3036597"/>
                  </a:lnTo>
                  <a:cubicBezTo>
                    <a:pt x="1302154" y="3034057"/>
                    <a:pt x="1302154" y="3030247"/>
                    <a:pt x="1302154" y="3030247"/>
                  </a:cubicBezTo>
                  <a:cubicBezTo>
                    <a:pt x="1316124" y="3030247"/>
                    <a:pt x="1327554" y="3031517"/>
                    <a:pt x="1340254" y="3031517"/>
                  </a:cubicBezTo>
                  <a:cubicBezTo>
                    <a:pt x="1354224" y="3031517"/>
                    <a:pt x="1360574" y="3022627"/>
                    <a:pt x="1355494" y="3008657"/>
                  </a:cubicBezTo>
                  <a:cubicBezTo>
                    <a:pt x="1359304" y="3008657"/>
                    <a:pt x="1364384" y="3009927"/>
                    <a:pt x="1366924" y="3009927"/>
                  </a:cubicBezTo>
                  <a:cubicBezTo>
                    <a:pt x="1368194" y="3015007"/>
                    <a:pt x="1366924" y="3021357"/>
                    <a:pt x="1369464" y="3022627"/>
                  </a:cubicBezTo>
                  <a:cubicBezTo>
                    <a:pt x="1373274" y="3025167"/>
                    <a:pt x="1379624" y="3025167"/>
                    <a:pt x="1384704" y="3023897"/>
                  </a:cubicBezTo>
                  <a:cubicBezTo>
                    <a:pt x="1391054" y="3022627"/>
                    <a:pt x="1398674" y="3016277"/>
                    <a:pt x="1401214" y="3018817"/>
                  </a:cubicBezTo>
                  <a:cubicBezTo>
                    <a:pt x="1413914" y="3028977"/>
                    <a:pt x="1422804" y="3020087"/>
                    <a:pt x="1429154" y="3015007"/>
                  </a:cubicBezTo>
                  <a:cubicBezTo>
                    <a:pt x="1434234" y="3016277"/>
                    <a:pt x="1436774" y="3020087"/>
                    <a:pt x="1439314" y="3018817"/>
                  </a:cubicBezTo>
                  <a:cubicBezTo>
                    <a:pt x="1445664" y="3017547"/>
                    <a:pt x="1453284" y="3016277"/>
                    <a:pt x="1459634" y="3015007"/>
                  </a:cubicBezTo>
                  <a:cubicBezTo>
                    <a:pt x="1473604" y="3011197"/>
                    <a:pt x="1488844" y="3008657"/>
                    <a:pt x="1502814" y="3008657"/>
                  </a:cubicBezTo>
                  <a:cubicBezTo>
                    <a:pt x="1521864" y="3007387"/>
                    <a:pt x="1539644" y="3002307"/>
                    <a:pt x="1558694" y="3001037"/>
                  </a:cubicBezTo>
                  <a:cubicBezTo>
                    <a:pt x="1567584" y="2999767"/>
                    <a:pt x="1576474" y="3002307"/>
                    <a:pt x="1585364" y="3003577"/>
                  </a:cubicBezTo>
                  <a:cubicBezTo>
                    <a:pt x="1587904" y="3003577"/>
                    <a:pt x="1591714" y="3003577"/>
                    <a:pt x="1591714" y="3002307"/>
                  </a:cubicBezTo>
                  <a:cubicBezTo>
                    <a:pt x="1591714" y="2989607"/>
                    <a:pt x="1612034" y="2995957"/>
                    <a:pt x="1609494" y="2981987"/>
                  </a:cubicBezTo>
                  <a:cubicBezTo>
                    <a:pt x="1612034" y="2983257"/>
                    <a:pt x="1614574" y="2983257"/>
                    <a:pt x="1615844" y="2985797"/>
                  </a:cubicBezTo>
                  <a:cubicBezTo>
                    <a:pt x="1619654" y="2989607"/>
                    <a:pt x="1622194" y="2993417"/>
                    <a:pt x="1626004" y="2997227"/>
                  </a:cubicBezTo>
                  <a:cubicBezTo>
                    <a:pt x="1626004" y="2992147"/>
                    <a:pt x="1626004" y="2988337"/>
                    <a:pt x="1624734" y="2983257"/>
                  </a:cubicBezTo>
                  <a:cubicBezTo>
                    <a:pt x="1637434" y="2989607"/>
                    <a:pt x="1650134" y="2995957"/>
                    <a:pt x="1659024" y="3001037"/>
                  </a:cubicBezTo>
                  <a:cubicBezTo>
                    <a:pt x="1667914" y="2994687"/>
                    <a:pt x="1675534" y="2992147"/>
                    <a:pt x="1680614" y="2985797"/>
                  </a:cubicBezTo>
                  <a:cubicBezTo>
                    <a:pt x="1685694" y="2978177"/>
                    <a:pt x="1684424" y="2976907"/>
                    <a:pt x="1693314" y="2983257"/>
                  </a:cubicBezTo>
                  <a:cubicBezTo>
                    <a:pt x="1692044" y="2984527"/>
                    <a:pt x="1689504" y="2985797"/>
                    <a:pt x="1686964" y="2988337"/>
                  </a:cubicBezTo>
                  <a:cubicBezTo>
                    <a:pt x="1702204" y="2984527"/>
                    <a:pt x="1716174" y="2976907"/>
                    <a:pt x="1731414" y="2978177"/>
                  </a:cubicBezTo>
                  <a:cubicBezTo>
                    <a:pt x="1746654" y="2978177"/>
                    <a:pt x="1761894" y="2980717"/>
                    <a:pt x="1775864" y="2971827"/>
                  </a:cubicBezTo>
                  <a:cubicBezTo>
                    <a:pt x="1777134" y="2975637"/>
                    <a:pt x="1777134" y="2979447"/>
                    <a:pt x="1779674" y="2980717"/>
                  </a:cubicBezTo>
                  <a:cubicBezTo>
                    <a:pt x="1783484" y="2983257"/>
                    <a:pt x="1789834" y="2984527"/>
                    <a:pt x="1791104" y="2983257"/>
                  </a:cubicBezTo>
                  <a:cubicBezTo>
                    <a:pt x="1798724" y="2971827"/>
                    <a:pt x="1811424" y="2973097"/>
                    <a:pt x="1819044" y="2979447"/>
                  </a:cubicBezTo>
                  <a:cubicBezTo>
                    <a:pt x="1829204" y="2987067"/>
                    <a:pt x="1835554" y="2980717"/>
                    <a:pt x="1844444" y="2979447"/>
                  </a:cubicBezTo>
                  <a:cubicBezTo>
                    <a:pt x="1836824" y="2975637"/>
                    <a:pt x="1830474" y="2971827"/>
                    <a:pt x="1824124" y="2969287"/>
                  </a:cubicBezTo>
                  <a:cubicBezTo>
                    <a:pt x="1825394" y="2968017"/>
                    <a:pt x="1825394" y="2966747"/>
                    <a:pt x="1826664" y="2965477"/>
                  </a:cubicBezTo>
                  <a:cubicBezTo>
                    <a:pt x="1830474" y="2966747"/>
                    <a:pt x="1835554" y="2968017"/>
                    <a:pt x="1839364" y="2970557"/>
                  </a:cubicBezTo>
                  <a:cubicBezTo>
                    <a:pt x="1840634" y="2965477"/>
                    <a:pt x="1843174" y="2961667"/>
                    <a:pt x="1844444" y="2957857"/>
                  </a:cubicBezTo>
                  <a:cubicBezTo>
                    <a:pt x="1857144" y="2964207"/>
                    <a:pt x="1868574" y="2969287"/>
                    <a:pt x="1882544" y="2960397"/>
                  </a:cubicBezTo>
                  <a:cubicBezTo>
                    <a:pt x="1885084" y="2959127"/>
                    <a:pt x="1895244" y="2951507"/>
                    <a:pt x="1892704" y="2964207"/>
                  </a:cubicBezTo>
                  <a:cubicBezTo>
                    <a:pt x="1886354" y="2968017"/>
                    <a:pt x="1880004" y="2971827"/>
                    <a:pt x="1873654" y="2974367"/>
                  </a:cubicBezTo>
                  <a:cubicBezTo>
                    <a:pt x="1873654" y="2975637"/>
                    <a:pt x="1874924" y="2975637"/>
                    <a:pt x="1874924" y="2976907"/>
                  </a:cubicBezTo>
                  <a:cubicBezTo>
                    <a:pt x="1882544" y="2975637"/>
                    <a:pt x="1891434" y="2974367"/>
                    <a:pt x="1900324" y="2973097"/>
                  </a:cubicBezTo>
                  <a:cubicBezTo>
                    <a:pt x="1897784" y="2969287"/>
                    <a:pt x="1896514" y="2966747"/>
                    <a:pt x="1895244" y="2964207"/>
                  </a:cubicBezTo>
                  <a:cubicBezTo>
                    <a:pt x="1904134" y="2965477"/>
                    <a:pt x="1914294" y="2966747"/>
                    <a:pt x="1923184" y="2965477"/>
                  </a:cubicBezTo>
                  <a:cubicBezTo>
                    <a:pt x="1942234" y="2964207"/>
                    <a:pt x="1956204" y="2945157"/>
                    <a:pt x="1979064" y="2952777"/>
                  </a:cubicBezTo>
                  <a:cubicBezTo>
                    <a:pt x="1986684" y="2955317"/>
                    <a:pt x="2004464" y="2952777"/>
                    <a:pt x="2005734" y="2936267"/>
                  </a:cubicBezTo>
                  <a:cubicBezTo>
                    <a:pt x="2005734" y="2940077"/>
                    <a:pt x="2005734" y="2945157"/>
                    <a:pt x="2007004" y="2947697"/>
                  </a:cubicBezTo>
                  <a:cubicBezTo>
                    <a:pt x="2019704" y="2943887"/>
                    <a:pt x="2031134" y="2940077"/>
                    <a:pt x="2043834" y="2936267"/>
                  </a:cubicBezTo>
                  <a:cubicBezTo>
                    <a:pt x="2043834" y="2937537"/>
                    <a:pt x="2041294" y="2941347"/>
                    <a:pt x="2042564" y="2943887"/>
                  </a:cubicBezTo>
                  <a:cubicBezTo>
                    <a:pt x="2042564" y="2947697"/>
                    <a:pt x="2045104" y="2951507"/>
                    <a:pt x="2047644" y="2954047"/>
                  </a:cubicBezTo>
                  <a:cubicBezTo>
                    <a:pt x="2048914" y="2955317"/>
                    <a:pt x="2055264" y="2954047"/>
                    <a:pt x="2055264" y="2952777"/>
                  </a:cubicBezTo>
                  <a:cubicBezTo>
                    <a:pt x="2057804" y="2941347"/>
                    <a:pt x="2066694" y="2942617"/>
                    <a:pt x="2075584" y="2942617"/>
                  </a:cubicBezTo>
                  <a:cubicBezTo>
                    <a:pt x="2083204" y="2942617"/>
                    <a:pt x="2092094" y="2941347"/>
                    <a:pt x="2100984" y="2940077"/>
                  </a:cubicBezTo>
                  <a:cubicBezTo>
                    <a:pt x="2104794" y="2933727"/>
                    <a:pt x="2107334" y="2923567"/>
                    <a:pt x="2120034" y="2936267"/>
                  </a:cubicBezTo>
                  <a:cubicBezTo>
                    <a:pt x="2125114" y="2941347"/>
                    <a:pt x="2137814" y="2940077"/>
                    <a:pt x="2139084" y="2929917"/>
                  </a:cubicBezTo>
                  <a:lnTo>
                    <a:pt x="2192424" y="2929917"/>
                  </a:lnTo>
                  <a:lnTo>
                    <a:pt x="2192424" y="2932457"/>
                  </a:lnTo>
                  <a:cubicBezTo>
                    <a:pt x="2198774" y="2931187"/>
                    <a:pt x="2205124" y="2928647"/>
                    <a:pt x="2210204" y="2927377"/>
                  </a:cubicBezTo>
                  <a:cubicBezTo>
                    <a:pt x="2214014" y="2933727"/>
                    <a:pt x="2217824" y="2940077"/>
                    <a:pt x="2222904" y="2947697"/>
                  </a:cubicBezTo>
                  <a:cubicBezTo>
                    <a:pt x="2231794" y="2923567"/>
                    <a:pt x="2241954" y="2918487"/>
                    <a:pt x="2259734" y="2927377"/>
                  </a:cubicBezTo>
                  <a:cubicBezTo>
                    <a:pt x="2262274" y="2928647"/>
                    <a:pt x="2262274" y="2934997"/>
                    <a:pt x="2263544" y="2940077"/>
                  </a:cubicBezTo>
                  <a:cubicBezTo>
                    <a:pt x="2264814" y="2938807"/>
                    <a:pt x="2272434" y="2936267"/>
                    <a:pt x="2272434" y="2934997"/>
                  </a:cubicBezTo>
                  <a:cubicBezTo>
                    <a:pt x="2271164" y="2924837"/>
                    <a:pt x="2285134" y="2932457"/>
                    <a:pt x="2283864" y="2924837"/>
                  </a:cubicBezTo>
                  <a:cubicBezTo>
                    <a:pt x="2295294" y="2929917"/>
                    <a:pt x="2297834" y="2922297"/>
                    <a:pt x="2300374" y="2917217"/>
                  </a:cubicBezTo>
                  <a:cubicBezTo>
                    <a:pt x="2295294" y="2913407"/>
                    <a:pt x="2292754" y="2910867"/>
                    <a:pt x="2288944" y="2907057"/>
                  </a:cubicBezTo>
                  <a:cubicBezTo>
                    <a:pt x="2290214" y="2905787"/>
                    <a:pt x="2290214" y="2904517"/>
                    <a:pt x="2291484" y="2903247"/>
                  </a:cubicBezTo>
                  <a:cubicBezTo>
                    <a:pt x="2301644" y="2909597"/>
                    <a:pt x="2311804" y="2915947"/>
                    <a:pt x="2318154" y="2919757"/>
                  </a:cubicBezTo>
                  <a:cubicBezTo>
                    <a:pt x="2328314" y="2918487"/>
                    <a:pt x="2337204" y="2918487"/>
                    <a:pt x="2346094" y="2917217"/>
                  </a:cubicBezTo>
                  <a:cubicBezTo>
                    <a:pt x="2354984" y="2915947"/>
                    <a:pt x="2363874" y="2912137"/>
                    <a:pt x="2374034" y="2909597"/>
                  </a:cubicBezTo>
                  <a:cubicBezTo>
                    <a:pt x="2375304" y="2912137"/>
                    <a:pt x="2376574" y="2913407"/>
                    <a:pt x="2377844" y="2915947"/>
                  </a:cubicBezTo>
                  <a:cubicBezTo>
                    <a:pt x="2381654" y="2910867"/>
                    <a:pt x="2384194" y="2905787"/>
                    <a:pt x="2389274" y="2896897"/>
                  </a:cubicBezTo>
                  <a:lnTo>
                    <a:pt x="2389274" y="2917217"/>
                  </a:lnTo>
                  <a:cubicBezTo>
                    <a:pt x="2400704" y="2909597"/>
                    <a:pt x="2409594" y="2903247"/>
                    <a:pt x="2417214" y="2896897"/>
                  </a:cubicBezTo>
                  <a:cubicBezTo>
                    <a:pt x="2422294" y="2905787"/>
                    <a:pt x="2426104" y="2914677"/>
                    <a:pt x="2429914" y="2922297"/>
                  </a:cubicBezTo>
                  <a:cubicBezTo>
                    <a:pt x="2431184" y="2922297"/>
                    <a:pt x="2431184" y="2921027"/>
                    <a:pt x="2432454" y="2921027"/>
                  </a:cubicBezTo>
                  <a:cubicBezTo>
                    <a:pt x="2431184" y="2915947"/>
                    <a:pt x="2429914" y="2910867"/>
                    <a:pt x="2427374" y="2904517"/>
                  </a:cubicBezTo>
                  <a:lnTo>
                    <a:pt x="2492144" y="2904517"/>
                  </a:lnTo>
                  <a:cubicBezTo>
                    <a:pt x="2498494" y="2893087"/>
                    <a:pt x="2512464" y="2891817"/>
                    <a:pt x="2523894" y="2903247"/>
                  </a:cubicBezTo>
                  <a:cubicBezTo>
                    <a:pt x="2540404" y="2919757"/>
                    <a:pt x="2542944" y="2919757"/>
                    <a:pt x="2553104" y="2895627"/>
                  </a:cubicBezTo>
                  <a:cubicBezTo>
                    <a:pt x="2558184" y="2898167"/>
                    <a:pt x="2563264" y="2900707"/>
                    <a:pt x="2569614" y="2904517"/>
                  </a:cubicBezTo>
                  <a:cubicBezTo>
                    <a:pt x="2577234" y="2888007"/>
                    <a:pt x="2589934" y="2888007"/>
                    <a:pt x="2605174" y="2893087"/>
                  </a:cubicBezTo>
                  <a:cubicBezTo>
                    <a:pt x="2612794" y="2895627"/>
                    <a:pt x="2621684" y="2890547"/>
                    <a:pt x="2630574" y="2888007"/>
                  </a:cubicBezTo>
                  <a:lnTo>
                    <a:pt x="2636924" y="2894357"/>
                  </a:lnTo>
                  <a:cubicBezTo>
                    <a:pt x="2644544" y="2891817"/>
                    <a:pt x="2650894" y="2890547"/>
                    <a:pt x="2657244" y="2888007"/>
                  </a:cubicBezTo>
                  <a:cubicBezTo>
                    <a:pt x="2658514" y="2891817"/>
                    <a:pt x="2658514" y="2894357"/>
                    <a:pt x="2659784" y="2900707"/>
                  </a:cubicBezTo>
                  <a:cubicBezTo>
                    <a:pt x="2664864" y="2895627"/>
                    <a:pt x="2668674" y="2890547"/>
                    <a:pt x="2675024" y="2884197"/>
                  </a:cubicBezTo>
                  <a:cubicBezTo>
                    <a:pt x="2680104" y="2890547"/>
                    <a:pt x="2683914" y="2896897"/>
                    <a:pt x="2688994" y="2903247"/>
                  </a:cubicBezTo>
                  <a:cubicBezTo>
                    <a:pt x="2697884" y="2903247"/>
                    <a:pt x="2711854" y="2910867"/>
                    <a:pt x="2714394" y="2890547"/>
                  </a:cubicBezTo>
                  <a:cubicBezTo>
                    <a:pt x="2714394" y="2888007"/>
                    <a:pt x="2722014" y="2884197"/>
                    <a:pt x="2725824" y="2882927"/>
                  </a:cubicBezTo>
                  <a:cubicBezTo>
                    <a:pt x="2733444" y="2881657"/>
                    <a:pt x="2741064" y="2880387"/>
                    <a:pt x="2748684" y="2880387"/>
                  </a:cubicBezTo>
                  <a:cubicBezTo>
                    <a:pt x="2746144" y="2875307"/>
                    <a:pt x="2743604" y="2871497"/>
                    <a:pt x="2739794" y="2865147"/>
                  </a:cubicBezTo>
                  <a:cubicBezTo>
                    <a:pt x="2749954" y="2867687"/>
                    <a:pt x="2757574" y="2867687"/>
                    <a:pt x="2763924" y="2870227"/>
                  </a:cubicBezTo>
                  <a:cubicBezTo>
                    <a:pt x="2777894" y="2876577"/>
                    <a:pt x="2789324" y="2876577"/>
                    <a:pt x="2803294" y="2866417"/>
                  </a:cubicBezTo>
                  <a:cubicBezTo>
                    <a:pt x="2800754" y="2865147"/>
                    <a:pt x="2798214" y="2862607"/>
                    <a:pt x="2795674" y="2861337"/>
                  </a:cubicBezTo>
                  <a:cubicBezTo>
                    <a:pt x="2796944" y="2857527"/>
                    <a:pt x="2799484" y="2853717"/>
                    <a:pt x="2800754" y="2849907"/>
                  </a:cubicBezTo>
                  <a:cubicBezTo>
                    <a:pt x="2805834" y="2834667"/>
                    <a:pt x="2818534" y="2844827"/>
                    <a:pt x="2827424" y="2841017"/>
                  </a:cubicBezTo>
                  <a:cubicBezTo>
                    <a:pt x="2827424" y="2841017"/>
                    <a:pt x="2832504" y="2846097"/>
                    <a:pt x="2833774" y="2849907"/>
                  </a:cubicBezTo>
                  <a:cubicBezTo>
                    <a:pt x="2837584" y="2857527"/>
                    <a:pt x="2840124" y="2866417"/>
                    <a:pt x="2843934" y="2875307"/>
                  </a:cubicBezTo>
                  <a:cubicBezTo>
                    <a:pt x="2866794" y="2861337"/>
                    <a:pt x="2887114" y="2866417"/>
                    <a:pt x="2907434" y="2868957"/>
                  </a:cubicBezTo>
                  <a:cubicBezTo>
                    <a:pt x="2902354" y="2866417"/>
                    <a:pt x="2898544" y="2863877"/>
                    <a:pt x="2894734" y="2861337"/>
                  </a:cubicBezTo>
                  <a:cubicBezTo>
                    <a:pt x="2894734" y="2860067"/>
                    <a:pt x="2896004" y="2858797"/>
                    <a:pt x="2896004" y="2857527"/>
                  </a:cubicBezTo>
                  <a:cubicBezTo>
                    <a:pt x="2901084" y="2858797"/>
                    <a:pt x="2907434" y="2861337"/>
                    <a:pt x="2912514" y="2862607"/>
                  </a:cubicBezTo>
                  <a:cubicBezTo>
                    <a:pt x="2912514" y="2861337"/>
                    <a:pt x="2912514" y="2860067"/>
                    <a:pt x="2911244" y="2858797"/>
                  </a:cubicBezTo>
                  <a:cubicBezTo>
                    <a:pt x="2915054" y="2857527"/>
                    <a:pt x="2921404" y="2854987"/>
                    <a:pt x="2922674" y="2856257"/>
                  </a:cubicBezTo>
                  <a:cubicBezTo>
                    <a:pt x="2930294" y="2871497"/>
                    <a:pt x="2942994" y="2860067"/>
                    <a:pt x="2954424" y="2863877"/>
                  </a:cubicBezTo>
                  <a:cubicBezTo>
                    <a:pt x="2951884" y="2853717"/>
                    <a:pt x="2950614" y="2846097"/>
                    <a:pt x="2949344" y="2841017"/>
                  </a:cubicBezTo>
                  <a:cubicBezTo>
                    <a:pt x="2954424" y="2835937"/>
                    <a:pt x="2959504" y="2832127"/>
                    <a:pt x="2967124" y="2827047"/>
                  </a:cubicBezTo>
                  <a:cubicBezTo>
                    <a:pt x="2967124" y="2833397"/>
                    <a:pt x="2965854" y="2839747"/>
                    <a:pt x="2965854" y="2846097"/>
                  </a:cubicBezTo>
                  <a:cubicBezTo>
                    <a:pt x="2965854" y="2852447"/>
                    <a:pt x="2967124" y="2858797"/>
                    <a:pt x="2969664" y="2862607"/>
                  </a:cubicBezTo>
                  <a:cubicBezTo>
                    <a:pt x="2970934" y="2865147"/>
                    <a:pt x="2978554" y="2862607"/>
                    <a:pt x="2983634" y="2861337"/>
                  </a:cubicBezTo>
                  <a:cubicBezTo>
                    <a:pt x="2992524" y="2857527"/>
                    <a:pt x="3001414" y="2852447"/>
                    <a:pt x="3010304" y="2862607"/>
                  </a:cubicBezTo>
                  <a:cubicBezTo>
                    <a:pt x="3011574" y="2863877"/>
                    <a:pt x="3016654" y="2862607"/>
                    <a:pt x="3019194" y="2860067"/>
                  </a:cubicBezTo>
                  <a:cubicBezTo>
                    <a:pt x="3025544" y="2853717"/>
                    <a:pt x="3030624" y="2844827"/>
                    <a:pt x="3038244" y="2858797"/>
                  </a:cubicBezTo>
                  <a:cubicBezTo>
                    <a:pt x="3039514" y="2860067"/>
                    <a:pt x="3047134" y="2860067"/>
                    <a:pt x="3050944" y="2858797"/>
                  </a:cubicBezTo>
                  <a:cubicBezTo>
                    <a:pt x="3059834" y="2854987"/>
                    <a:pt x="3067454" y="2851177"/>
                    <a:pt x="3076344" y="2846097"/>
                  </a:cubicBezTo>
                  <a:cubicBezTo>
                    <a:pt x="3075074" y="2849907"/>
                    <a:pt x="3073804" y="2852447"/>
                    <a:pt x="3073804" y="2854987"/>
                  </a:cubicBezTo>
                  <a:cubicBezTo>
                    <a:pt x="3083964" y="2860067"/>
                    <a:pt x="3092854" y="2862607"/>
                    <a:pt x="3100474" y="2851177"/>
                  </a:cubicBezTo>
                  <a:cubicBezTo>
                    <a:pt x="3103014" y="2847367"/>
                    <a:pt x="3111904" y="2847367"/>
                    <a:pt x="3118254" y="2846097"/>
                  </a:cubicBezTo>
                  <a:cubicBezTo>
                    <a:pt x="3114444" y="2842287"/>
                    <a:pt x="3109364" y="2839747"/>
                    <a:pt x="3104284" y="2835937"/>
                  </a:cubicBezTo>
                  <a:cubicBezTo>
                    <a:pt x="3125874" y="2823237"/>
                    <a:pt x="3128414" y="2824507"/>
                    <a:pt x="3128414" y="2842287"/>
                  </a:cubicBezTo>
                  <a:cubicBezTo>
                    <a:pt x="3130954" y="2837207"/>
                    <a:pt x="3132224" y="2833397"/>
                    <a:pt x="3136034" y="2825777"/>
                  </a:cubicBezTo>
                  <a:cubicBezTo>
                    <a:pt x="3155084" y="2827047"/>
                    <a:pt x="3174134" y="2829587"/>
                    <a:pt x="3194454" y="2830857"/>
                  </a:cubicBezTo>
                  <a:lnTo>
                    <a:pt x="3194454" y="2837207"/>
                  </a:lnTo>
                  <a:lnTo>
                    <a:pt x="3186834" y="2837207"/>
                  </a:lnTo>
                  <a:cubicBezTo>
                    <a:pt x="3171594" y="2838477"/>
                    <a:pt x="3156354" y="2838477"/>
                    <a:pt x="3141114" y="2839747"/>
                  </a:cubicBezTo>
                  <a:cubicBezTo>
                    <a:pt x="3146194" y="2842287"/>
                    <a:pt x="3152544" y="2846097"/>
                    <a:pt x="3157624" y="2848637"/>
                  </a:cubicBezTo>
                  <a:cubicBezTo>
                    <a:pt x="3160164" y="2842287"/>
                    <a:pt x="3161434" y="2843557"/>
                    <a:pt x="3167784" y="2846097"/>
                  </a:cubicBezTo>
                  <a:cubicBezTo>
                    <a:pt x="3176674" y="2848637"/>
                    <a:pt x="3186834" y="2848637"/>
                    <a:pt x="3196994" y="2849907"/>
                  </a:cubicBezTo>
                  <a:cubicBezTo>
                    <a:pt x="3202074" y="2849907"/>
                    <a:pt x="3207154" y="2851177"/>
                    <a:pt x="3213504" y="2852447"/>
                  </a:cubicBezTo>
                  <a:cubicBezTo>
                    <a:pt x="3214774" y="2848637"/>
                    <a:pt x="3217314" y="2843557"/>
                    <a:pt x="3219854" y="2837207"/>
                  </a:cubicBezTo>
                  <a:cubicBezTo>
                    <a:pt x="3233824" y="2860067"/>
                    <a:pt x="3243984" y="2858797"/>
                    <a:pt x="3260494" y="2835937"/>
                  </a:cubicBezTo>
                  <a:cubicBezTo>
                    <a:pt x="3260494" y="2839747"/>
                    <a:pt x="3261764" y="2842287"/>
                    <a:pt x="3261764" y="2844827"/>
                  </a:cubicBezTo>
                  <a:cubicBezTo>
                    <a:pt x="3266844" y="2844827"/>
                    <a:pt x="3270654" y="2844827"/>
                    <a:pt x="3275734" y="2843557"/>
                  </a:cubicBezTo>
                  <a:cubicBezTo>
                    <a:pt x="3274464" y="2846097"/>
                    <a:pt x="3273194" y="2848637"/>
                    <a:pt x="3271924" y="2849907"/>
                  </a:cubicBezTo>
                  <a:lnTo>
                    <a:pt x="3274464" y="2852447"/>
                  </a:lnTo>
                  <a:cubicBezTo>
                    <a:pt x="3278274" y="2848637"/>
                    <a:pt x="3282084" y="2844827"/>
                    <a:pt x="3288434" y="2839747"/>
                  </a:cubicBezTo>
                  <a:cubicBezTo>
                    <a:pt x="3293514" y="2842287"/>
                    <a:pt x="3299864" y="2844827"/>
                    <a:pt x="3304944" y="2847367"/>
                  </a:cubicBezTo>
                  <a:cubicBezTo>
                    <a:pt x="3310024" y="2843557"/>
                    <a:pt x="3316374" y="2839747"/>
                    <a:pt x="3322724" y="2835937"/>
                  </a:cubicBezTo>
                  <a:cubicBezTo>
                    <a:pt x="3331614" y="2853717"/>
                    <a:pt x="3343044" y="2856257"/>
                    <a:pt x="3353204" y="2843557"/>
                  </a:cubicBezTo>
                  <a:cubicBezTo>
                    <a:pt x="3368444" y="2844827"/>
                    <a:pt x="3381144" y="2846097"/>
                    <a:pt x="3390034" y="2846097"/>
                  </a:cubicBezTo>
                  <a:cubicBezTo>
                    <a:pt x="3391304" y="2837207"/>
                    <a:pt x="3392574" y="2830857"/>
                    <a:pt x="3393844" y="2824507"/>
                  </a:cubicBezTo>
                  <a:cubicBezTo>
                    <a:pt x="3398924" y="2825777"/>
                    <a:pt x="3402734" y="2827047"/>
                    <a:pt x="3407814" y="2828317"/>
                  </a:cubicBezTo>
                  <a:cubicBezTo>
                    <a:pt x="3410354" y="2829587"/>
                    <a:pt x="3412894" y="2832127"/>
                    <a:pt x="3415434" y="2833397"/>
                  </a:cubicBezTo>
                  <a:cubicBezTo>
                    <a:pt x="3411624" y="2834667"/>
                    <a:pt x="3407814" y="2834667"/>
                    <a:pt x="3404004" y="2835937"/>
                  </a:cubicBezTo>
                  <a:cubicBezTo>
                    <a:pt x="3415434" y="2846097"/>
                    <a:pt x="3424324" y="2843557"/>
                    <a:pt x="3433214" y="2835937"/>
                  </a:cubicBezTo>
                  <a:cubicBezTo>
                    <a:pt x="3429404" y="2846097"/>
                    <a:pt x="3440834" y="2844827"/>
                    <a:pt x="3442104" y="2844827"/>
                  </a:cubicBezTo>
                  <a:cubicBezTo>
                    <a:pt x="3458614" y="2838477"/>
                    <a:pt x="3473854" y="2834667"/>
                    <a:pt x="3491634" y="2844827"/>
                  </a:cubicBezTo>
                  <a:cubicBezTo>
                    <a:pt x="3494174" y="2832127"/>
                    <a:pt x="3496714" y="2821967"/>
                    <a:pt x="3497984" y="2811807"/>
                  </a:cubicBezTo>
                  <a:cubicBezTo>
                    <a:pt x="3504334" y="2813077"/>
                    <a:pt x="3509414" y="2813077"/>
                    <a:pt x="3515764" y="2814347"/>
                  </a:cubicBezTo>
                  <a:cubicBezTo>
                    <a:pt x="3520844" y="2814347"/>
                    <a:pt x="3525924" y="2815617"/>
                    <a:pt x="3531004" y="2815617"/>
                  </a:cubicBezTo>
                  <a:lnTo>
                    <a:pt x="3531004" y="2819427"/>
                  </a:lnTo>
                  <a:cubicBezTo>
                    <a:pt x="3525924" y="2820697"/>
                    <a:pt x="3522114" y="2821967"/>
                    <a:pt x="3517034" y="2823237"/>
                  </a:cubicBezTo>
                  <a:lnTo>
                    <a:pt x="3517034" y="2827047"/>
                  </a:lnTo>
                  <a:cubicBezTo>
                    <a:pt x="3534814" y="2830857"/>
                    <a:pt x="3551324" y="2834667"/>
                    <a:pt x="3569104" y="2837207"/>
                  </a:cubicBezTo>
                  <a:cubicBezTo>
                    <a:pt x="3572914" y="2838477"/>
                    <a:pt x="3577994" y="2834667"/>
                    <a:pt x="3584344" y="2830857"/>
                  </a:cubicBezTo>
                  <a:cubicBezTo>
                    <a:pt x="3586884" y="2832127"/>
                    <a:pt x="3593234" y="2834667"/>
                    <a:pt x="3600854" y="2835937"/>
                  </a:cubicBezTo>
                  <a:cubicBezTo>
                    <a:pt x="3619904" y="2838477"/>
                    <a:pt x="3640224" y="2841017"/>
                    <a:pt x="3655464" y="2824507"/>
                  </a:cubicBezTo>
                  <a:cubicBezTo>
                    <a:pt x="3656734" y="2838477"/>
                    <a:pt x="3669434" y="2829587"/>
                    <a:pt x="3675784" y="2834667"/>
                  </a:cubicBezTo>
                  <a:cubicBezTo>
                    <a:pt x="3675784" y="2834667"/>
                    <a:pt x="3682134" y="2829587"/>
                    <a:pt x="3684674" y="2827047"/>
                  </a:cubicBezTo>
                  <a:cubicBezTo>
                    <a:pt x="3684674" y="2827047"/>
                    <a:pt x="3683404" y="2825777"/>
                    <a:pt x="3683404" y="2824507"/>
                  </a:cubicBezTo>
                  <a:cubicBezTo>
                    <a:pt x="3685944" y="2825777"/>
                    <a:pt x="3687214" y="2829587"/>
                    <a:pt x="3689754" y="2828317"/>
                  </a:cubicBezTo>
                  <a:cubicBezTo>
                    <a:pt x="3701184" y="2828317"/>
                    <a:pt x="3711344" y="2827047"/>
                    <a:pt x="3718964" y="2827047"/>
                  </a:cubicBezTo>
                  <a:cubicBezTo>
                    <a:pt x="3725314" y="2830857"/>
                    <a:pt x="3729124" y="2834667"/>
                    <a:pt x="3731664" y="2833397"/>
                  </a:cubicBezTo>
                  <a:cubicBezTo>
                    <a:pt x="3746904" y="2832127"/>
                    <a:pt x="3760874" y="2828317"/>
                    <a:pt x="3774844" y="2828317"/>
                  </a:cubicBezTo>
                  <a:cubicBezTo>
                    <a:pt x="3788814" y="2835937"/>
                    <a:pt x="3786274" y="2821967"/>
                    <a:pt x="3783734" y="2814347"/>
                  </a:cubicBezTo>
                  <a:cubicBezTo>
                    <a:pt x="3788814" y="2809267"/>
                    <a:pt x="3793894" y="2805457"/>
                    <a:pt x="3795164" y="2804187"/>
                  </a:cubicBezTo>
                  <a:cubicBezTo>
                    <a:pt x="3802784" y="2804187"/>
                    <a:pt x="3807864" y="2805457"/>
                    <a:pt x="3811674" y="2804187"/>
                  </a:cubicBezTo>
                  <a:cubicBezTo>
                    <a:pt x="3816754" y="2800377"/>
                    <a:pt x="3820564" y="2794027"/>
                    <a:pt x="3826914" y="2786407"/>
                  </a:cubicBezTo>
                  <a:cubicBezTo>
                    <a:pt x="3834534" y="2785137"/>
                    <a:pt x="3847234" y="2782597"/>
                    <a:pt x="3861204" y="2780057"/>
                  </a:cubicBezTo>
                  <a:cubicBezTo>
                    <a:pt x="3861204" y="2780057"/>
                    <a:pt x="3861204" y="2777517"/>
                    <a:pt x="3862474" y="2774977"/>
                  </a:cubicBezTo>
                  <a:cubicBezTo>
                    <a:pt x="3867554" y="2767357"/>
                    <a:pt x="3880254" y="2764817"/>
                    <a:pt x="3872634" y="2750847"/>
                  </a:cubicBezTo>
                  <a:cubicBezTo>
                    <a:pt x="3871364" y="2748307"/>
                    <a:pt x="3871364" y="2740687"/>
                    <a:pt x="3873904" y="2738147"/>
                  </a:cubicBezTo>
                  <a:cubicBezTo>
                    <a:pt x="3882794" y="2726717"/>
                    <a:pt x="3882794" y="2725447"/>
                    <a:pt x="3867554" y="2720367"/>
                  </a:cubicBezTo>
                  <a:cubicBezTo>
                    <a:pt x="3868824" y="2711477"/>
                    <a:pt x="3859934" y="2700047"/>
                    <a:pt x="3872634" y="2698777"/>
                  </a:cubicBezTo>
                  <a:cubicBezTo>
                    <a:pt x="3876444" y="2691157"/>
                    <a:pt x="3877714" y="2687347"/>
                    <a:pt x="3880254" y="2683537"/>
                  </a:cubicBezTo>
                  <a:cubicBezTo>
                    <a:pt x="3881524" y="2680997"/>
                    <a:pt x="3885334" y="2678457"/>
                    <a:pt x="3885334" y="2675917"/>
                  </a:cubicBezTo>
                  <a:cubicBezTo>
                    <a:pt x="3885334" y="2670837"/>
                    <a:pt x="3882794" y="2664487"/>
                    <a:pt x="3884064" y="2660677"/>
                  </a:cubicBezTo>
                  <a:cubicBezTo>
                    <a:pt x="3887874" y="2646707"/>
                    <a:pt x="3889144" y="2634007"/>
                    <a:pt x="3866284" y="2628927"/>
                  </a:cubicBezTo>
                  <a:cubicBezTo>
                    <a:pt x="3875174" y="2625117"/>
                    <a:pt x="3878984" y="2622577"/>
                    <a:pt x="3885334" y="2620037"/>
                  </a:cubicBezTo>
                  <a:cubicBezTo>
                    <a:pt x="3875174" y="2614957"/>
                    <a:pt x="3866284" y="2611147"/>
                    <a:pt x="3854854" y="2606067"/>
                  </a:cubicBezTo>
                  <a:lnTo>
                    <a:pt x="3866284" y="2606067"/>
                  </a:lnTo>
                  <a:lnTo>
                    <a:pt x="3866284" y="2602257"/>
                  </a:lnTo>
                  <a:cubicBezTo>
                    <a:pt x="3859934" y="2602257"/>
                    <a:pt x="3854854" y="2600987"/>
                    <a:pt x="3848504" y="2600987"/>
                  </a:cubicBezTo>
                  <a:cubicBezTo>
                    <a:pt x="3848504" y="2602257"/>
                    <a:pt x="3848504" y="2603527"/>
                    <a:pt x="3847234" y="2604797"/>
                  </a:cubicBezTo>
                  <a:cubicBezTo>
                    <a:pt x="3845964" y="2602257"/>
                    <a:pt x="3844694" y="2599717"/>
                    <a:pt x="3843424" y="2595907"/>
                  </a:cubicBezTo>
                  <a:cubicBezTo>
                    <a:pt x="3876444" y="2588287"/>
                    <a:pt x="4097424" y="2564157"/>
                    <a:pt x="4077104" y="2560347"/>
                  </a:cubicBezTo>
                  <a:cubicBezTo>
                    <a:pt x="4087264" y="2551457"/>
                    <a:pt x="4083454" y="2536217"/>
                    <a:pt x="4101234" y="2534947"/>
                  </a:cubicBezTo>
                  <a:cubicBezTo>
                    <a:pt x="4106314" y="2534947"/>
                    <a:pt x="4115204" y="2526057"/>
                    <a:pt x="4116474" y="2519707"/>
                  </a:cubicBezTo>
                  <a:cubicBezTo>
                    <a:pt x="4119014" y="2510817"/>
                    <a:pt x="4116474" y="2499387"/>
                    <a:pt x="4119014" y="2490497"/>
                  </a:cubicBezTo>
                  <a:cubicBezTo>
                    <a:pt x="4121554" y="2477797"/>
                    <a:pt x="4126634" y="2465097"/>
                    <a:pt x="4130444" y="2454937"/>
                  </a:cubicBezTo>
                  <a:cubicBezTo>
                    <a:pt x="4126634" y="2448587"/>
                    <a:pt x="4122824" y="2442237"/>
                    <a:pt x="4120284" y="2438427"/>
                  </a:cubicBezTo>
                  <a:cubicBezTo>
                    <a:pt x="4125364" y="2434617"/>
                    <a:pt x="4127904" y="2432077"/>
                    <a:pt x="4131714" y="2430807"/>
                  </a:cubicBezTo>
                  <a:cubicBezTo>
                    <a:pt x="4130444" y="2429537"/>
                    <a:pt x="4130444" y="2428267"/>
                    <a:pt x="4129174" y="2426997"/>
                  </a:cubicBezTo>
                  <a:cubicBezTo>
                    <a:pt x="4125364" y="2428267"/>
                    <a:pt x="4121554" y="2429537"/>
                    <a:pt x="4117744" y="2430807"/>
                  </a:cubicBezTo>
                  <a:cubicBezTo>
                    <a:pt x="4139334" y="2413027"/>
                    <a:pt x="4144414" y="2380007"/>
                    <a:pt x="4126634" y="2364767"/>
                  </a:cubicBezTo>
                  <a:cubicBezTo>
                    <a:pt x="4125364" y="2367307"/>
                    <a:pt x="4122824" y="2369847"/>
                    <a:pt x="4121554" y="2372387"/>
                  </a:cubicBezTo>
                  <a:cubicBezTo>
                    <a:pt x="4116474" y="2363497"/>
                    <a:pt x="4102504" y="2360957"/>
                    <a:pt x="4108854" y="2346987"/>
                  </a:cubicBezTo>
                  <a:cubicBezTo>
                    <a:pt x="4108854" y="2346987"/>
                    <a:pt x="4107584" y="2344447"/>
                    <a:pt x="4106314" y="2344447"/>
                  </a:cubicBezTo>
                  <a:cubicBezTo>
                    <a:pt x="4099964" y="2341907"/>
                    <a:pt x="4101234" y="2338097"/>
                    <a:pt x="4098694" y="2333017"/>
                  </a:cubicBezTo>
                  <a:cubicBezTo>
                    <a:pt x="4094884" y="2321587"/>
                    <a:pt x="4096154" y="2310157"/>
                    <a:pt x="4096154" y="2299997"/>
                  </a:cubicBezTo>
                  <a:lnTo>
                    <a:pt x="4096154" y="2254277"/>
                  </a:lnTo>
                  <a:cubicBezTo>
                    <a:pt x="4096154" y="2244117"/>
                    <a:pt x="4101234" y="2239037"/>
                    <a:pt x="4111394" y="2241577"/>
                  </a:cubicBezTo>
                  <a:cubicBezTo>
                    <a:pt x="4111394" y="2241577"/>
                    <a:pt x="4112664" y="2240307"/>
                    <a:pt x="4113934" y="2240307"/>
                  </a:cubicBezTo>
                  <a:cubicBezTo>
                    <a:pt x="4110124" y="2237767"/>
                    <a:pt x="4107584" y="2236497"/>
                    <a:pt x="4105044" y="2233957"/>
                  </a:cubicBezTo>
                  <a:cubicBezTo>
                    <a:pt x="4105044" y="2232687"/>
                    <a:pt x="4106314" y="2231417"/>
                    <a:pt x="4106314" y="2230147"/>
                  </a:cubicBezTo>
                  <a:cubicBezTo>
                    <a:pt x="4115204" y="2232687"/>
                    <a:pt x="4124094" y="2236497"/>
                    <a:pt x="4130444" y="2239037"/>
                  </a:cubicBezTo>
                  <a:cubicBezTo>
                    <a:pt x="4138064" y="2228877"/>
                    <a:pt x="4144414" y="2221257"/>
                    <a:pt x="4149494" y="2216177"/>
                  </a:cubicBezTo>
                  <a:lnTo>
                    <a:pt x="4149494" y="2193317"/>
                  </a:lnTo>
                  <a:cubicBezTo>
                    <a:pt x="4146954" y="2193317"/>
                    <a:pt x="4143144" y="2194587"/>
                    <a:pt x="4139334" y="2194587"/>
                  </a:cubicBezTo>
                  <a:cubicBezTo>
                    <a:pt x="4136794" y="2188237"/>
                    <a:pt x="4135524" y="2181887"/>
                    <a:pt x="4132984" y="2172997"/>
                  </a:cubicBezTo>
                  <a:cubicBezTo>
                    <a:pt x="4139334" y="2176807"/>
                    <a:pt x="4141874" y="2179347"/>
                    <a:pt x="4144414" y="2180617"/>
                  </a:cubicBezTo>
                  <a:cubicBezTo>
                    <a:pt x="4146954" y="2179347"/>
                    <a:pt x="4150764" y="2178077"/>
                    <a:pt x="4154574" y="2175537"/>
                  </a:cubicBezTo>
                  <a:cubicBezTo>
                    <a:pt x="4153304" y="2174267"/>
                    <a:pt x="4152034" y="2172997"/>
                    <a:pt x="4152034" y="2171727"/>
                  </a:cubicBezTo>
                  <a:cubicBezTo>
                    <a:pt x="4148224" y="2171727"/>
                    <a:pt x="4144414" y="2170457"/>
                    <a:pt x="4143144" y="2170457"/>
                  </a:cubicBezTo>
                  <a:cubicBezTo>
                    <a:pt x="4145684" y="2162837"/>
                    <a:pt x="4150764" y="2155217"/>
                    <a:pt x="4148224" y="2151407"/>
                  </a:cubicBezTo>
                  <a:cubicBezTo>
                    <a:pt x="4141874" y="2134897"/>
                    <a:pt x="4148224" y="2122197"/>
                    <a:pt x="4154574" y="2108227"/>
                  </a:cubicBezTo>
                  <a:cubicBezTo>
                    <a:pt x="4155844" y="2104417"/>
                    <a:pt x="4154574" y="2100607"/>
                    <a:pt x="4154574" y="2096797"/>
                  </a:cubicBezTo>
                  <a:cubicBezTo>
                    <a:pt x="4155844" y="2080287"/>
                    <a:pt x="4157114" y="2065047"/>
                    <a:pt x="4158384" y="2042187"/>
                  </a:cubicBezTo>
                  <a:cubicBezTo>
                    <a:pt x="4153304" y="2039647"/>
                    <a:pt x="4145684" y="2033297"/>
                    <a:pt x="4136794" y="2028217"/>
                  </a:cubicBezTo>
                  <a:cubicBezTo>
                    <a:pt x="4129174" y="2024407"/>
                    <a:pt x="4121554" y="2023137"/>
                    <a:pt x="4113934" y="2020597"/>
                  </a:cubicBezTo>
                  <a:cubicBezTo>
                    <a:pt x="4110124" y="2019327"/>
                    <a:pt x="4105044" y="2020597"/>
                    <a:pt x="4101234" y="2019327"/>
                  </a:cubicBezTo>
                  <a:cubicBezTo>
                    <a:pt x="4069484" y="2015517"/>
                    <a:pt x="4036464" y="2010437"/>
                    <a:pt x="4004714" y="2006627"/>
                  </a:cubicBezTo>
                  <a:cubicBezTo>
                    <a:pt x="3978044" y="2002817"/>
                    <a:pt x="3951374" y="1999007"/>
                    <a:pt x="3925974" y="1995197"/>
                  </a:cubicBezTo>
                  <a:cubicBezTo>
                    <a:pt x="3919624" y="1993927"/>
                    <a:pt x="3913274" y="1991387"/>
                    <a:pt x="3905654" y="1991387"/>
                  </a:cubicBezTo>
                  <a:cubicBezTo>
                    <a:pt x="3889144" y="1990117"/>
                    <a:pt x="3871364" y="1990117"/>
                    <a:pt x="3854854" y="1990117"/>
                  </a:cubicBezTo>
                  <a:cubicBezTo>
                    <a:pt x="3845964" y="1990117"/>
                    <a:pt x="3838344" y="1990117"/>
                    <a:pt x="3829454" y="1988847"/>
                  </a:cubicBezTo>
                  <a:cubicBezTo>
                    <a:pt x="3814214" y="1987577"/>
                    <a:pt x="3798974" y="1985037"/>
                    <a:pt x="3783734" y="1983767"/>
                  </a:cubicBezTo>
                  <a:lnTo>
                    <a:pt x="3783734" y="1979957"/>
                  </a:lnTo>
                  <a:cubicBezTo>
                    <a:pt x="3821834" y="1977417"/>
                    <a:pt x="3861204" y="1973607"/>
                    <a:pt x="3900574" y="1981227"/>
                  </a:cubicBezTo>
                  <a:cubicBezTo>
                    <a:pt x="3899304" y="1977417"/>
                    <a:pt x="3898034" y="1973607"/>
                    <a:pt x="3896764" y="1971067"/>
                  </a:cubicBezTo>
                  <a:cubicBezTo>
                    <a:pt x="3905654" y="1969797"/>
                    <a:pt x="3912004" y="1962177"/>
                    <a:pt x="3920894" y="1971067"/>
                  </a:cubicBezTo>
                  <a:cubicBezTo>
                    <a:pt x="3922164" y="1972337"/>
                    <a:pt x="3929784" y="1968527"/>
                    <a:pt x="3934864" y="1967257"/>
                  </a:cubicBezTo>
                  <a:lnTo>
                    <a:pt x="3934864" y="1964717"/>
                  </a:lnTo>
                  <a:lnTo>
                    <a:pt x="3923434" y="1964717"/>
                  </a:lnTo>
                  <a:cubicBezTo>
                    <a:pt x="3936134" y="1954557"/>
                    <a:pt x="3945024" y="1945667"/>
                    <a:pt x="3953914" y="1939317"/>
                  </a:cubicBezTo>
                  <a:cubicBezTo>
                    <a:pt x="3961534" y="1940587"/>
                    <a:pt x="3969154" y="1941857"/>
                    <a:pt x="3974234" y="1943127"/>
                  </a:cubicBezTo>
                  <a:cubicBezTo>
                    <a:pt x="3975504" y="1918997"/>
                    <a:pt x="3955184" y="1917727"/>
                    <a:pt x="3939944" y="1907567"/>
                  </a:cubicBezTo>
                  <a:cubicBezTo>
                    <a:pt x="3946294" y="1903757"/>
                    <a:pt x="3950104" y="1899947"/>
                    <a:pt x="3955184" y="1898677"/>
                  </a:cubicBezTo>
                  <a:cubicBezTo>
                    <a:pt x="3969154" y="1894867"/>
                    <a:pt x="3986934" y="1905027"/>
                    <a:pt x="3995824" y="1883437"/>
                  </a:cubicBezTo>
                  <a:cubicBezTo>
                    <a:pt x="3997094" y="1882167"/>
                    <a:pt x="4000904" y="1882167"/>
                    <a:pt x="4007254" y="1879627"/>
                  </a:cubicBezTo>
                  <a:cubicBezTo>
                    <a:pt x="4003444" y="1875817"/>
                    <a:pt x="3999634" y="1873277"/>
                    <a:pt x="3997094" y="1870737"/>
                  </a:cubicBezTo>
                  <a:cubicBezTo>
                    <a:pt x="3999634" y="1869467"/>
                    <a:pt x="4003444" y="1868197"/>
                    <a:pt x="4003444" y="1868197"/>
                  </a:cubicBezTo>
                  <a:cubicBezTo>
                    <a:pt x="4012334" y="1874547"/>
                    <a:pt x="4018684" y="1879627"/>
                    <a:pt x="4026304" y="1884707"/>
                  </a:cubicBezTo>
                  <a:cubicBezTo>
                    <a:pt x="4027574" y="1883437"/>
                    <a:pt x="4028844" y="1882167"/>
                    <a:pt x="4030114" y="1879627"/>
                  </a:cubicBezTo>
                  <a:cubicBezTo>
                    <a:pt x="4026304" y="1874547"/>
                    <a:pt x="4023764" y="1869467"/>
                    <a:pt x="4019954" y="1864387"/>
                  </a:cubicBezTo>
                  <a:cubicBezTo>
                    <a:pt x="4036464" y="1852957"/>
                    <a:pt x="4037734" y="1846607"/>
                    <a:pt x="4025034" y="1814857"/>
                  </a:cubicBezTo>
                  <a:cubicBezTo>
                    <a:pt x="4033924" y="1813587"/>
                    <a:pt x="4042814" y="1811047"/>
                    <a:pt x="4050434" y="1809777"/>
                  </a:cubicBezTo>
                  <a:cubicBezTo>
                    <a:pt x="4051704" y="1800887"/>
                    <a:pt x="4056784" y="1791997"/>
                    <a:pt x="4055514" y="1784377"/>
                  </a:cubicBezTo>
                  <a:cubicBezTo>
                    <a:pt x="4051704" y="1761517"/>
                    <a:pt x="4074564" y="1751357"/>
                    <a:pt x="4079644" y="1732307"/>
                  </a:cubicBezTo>
                  <a:cubicBezTo>
                    <a:pt x="4079644" y="1731037"/>
                    <a:pt x="4084724" y="1729767"/>
                    <a:pt x="4085994" y="1731037"/>
                  </a:cubicBezTo>
                  <a:cubicBezTo>
                    <a:pt x="4097424" y="1734847"/>
                    <a:pt x="4101234" y="1725957"/>
                    <a:pt x="4105044" y="1719607"/>
                  </a:cubicBezTo>
                  <a:cubicBezTo>
                    <a:pt x="4106314" y="1717067"/>
                    <a:pt x="4107584" y="1714527"/>
                    <a:pt x="4108854" y="1713257"/>
                  </a:cubicBezTo>
                  <a:cubicBezTo>
                    <a:pt x="4120284" y="1706907"/>
                    <a:pt x="4131714" y="1701827"/>
                    <a:pt x="4144414" y="1695477"/>
                  </a:cubicBezTo>
                  <a:cubicBezTo>
                    <a:pt x="4131714" y="1676427"/>
                    <a:pt x="4115204" y="1685317"/>
                    <a:pt x="4101234" y="1682777"/>
                  </a:cubicBezTo>
                  <a:lnTo>
                    <a:pt x="4101234" y="1677697"/>
                  </a:lnTo>
                  <a:cubicBezTo>
                    <a:pt x="4110124" y="1676427"/>
                    <a:pt x="4119014" y="1675157"/>
                    <a:pt x="4129174" y="1673887"/>
                  </a:cubicBezTo>
                  <a:cubicBezTo>
                    <a:pt x="4122824" y="1672617"/>
                    <a:pt x="4117744" y="1671347"/>
                    <a:pt x="4112664" y="1670077"/>
                  </a:cubicBezTo>
                  <a:cubicBezTo>
                    <a:pt x="4119014" y="1663727"/>
                    <a:pt x="4124094" y="1657377"/>
                    <a:pt x="4130444" y="1652297"/>
                  </a:cubicBezTo>
                  <a:cubicBezTo>
                    <a:pt x="4131714" y="1651027"/>
                    <a:pt x="4135524" y="1649757"/>
                    <a:pt x="4136794" y="1649757"/>
                  </a:cubicBezTo>
                  <a:cubicBezTo>
                    <a:pt x="4140604" y="1651027"/>
                    <a:pt x="4144414" y="1654837"/>
                    <a:pt x="4146954" y="1657377"/>
                  </a:cubicBezTo>
                  <a:cubicBezTo>
                    <a:pt x="4148224" y="1653567"/>
                    <a:pt x="4149494" y="1648487"/>
                    <a:pt x="4152034" y="1644677"/>
                  </a:cubicBezTo>
                  <a:cubicBezTo>
                    <a:pt x="4157114" y="1638327"/>
                    <a:pt x="4163464" y="1633247"/>
                    <a:pt x="4168544" y="1628167"/>
                  </a:cubicBezTo>
                  <a:cubicBezTo>
                    <a:pt x="4174894" y="1635787"/>
                    <a:pt x="4181244" y="1643407"/>
                    <a:pt x="4187594" y="1652297"/>
                  </a:cubicBezTo>
                  <a:cubicBezTo>
                    <a:pt x="4188864" y="1652297"/>
                    <a:pt x="4190134" y="1651027"/>
                    <a:pt x="4190134" y="1651027"/>
                  </a:cubicBezTo>
                  <a:cubicBezTo>
                    <a:pt x="4188864" y="1638327"/>
                    <a:pt x="4188864" y="1625627"/>
                    <a:pt x="4187594" y="1612927"/>
                  </a:cubicBezTo>
                  <a:cubicBezTo>
                    <a:pt x="4192674" y="1614197"/>
                    <a:pt x="4196484" y="1614197"/>
                    <a:pt x="4200294" y="1615467"/>
                  </a:cubicBezTo>
                  <a:cubicBezTo>
                    <a:pt x="4201564" y="1614197"/>
                    <a:pt x="4201564" y="1612927"/>
                    <a:pt x="4202834" y="1612927"/>
                  </a:cubicBezTo>
                  <a:cubicBezTo>
                    <a:pt x="4199024" y="1611657"/>
                    <a:pt x="4196484" y="1610387"/>
                    <a:pt x="4192674" y="1609117"/>
                  </a:cubicBezTo>
                  <a:cubicBezTo>
                    <a:pt x="4199024" y="1601497"/>
                    <a:pt x="4202834" y="1596417"/>
                    <a:pt x="4204104" y="1595147"/>
                  </a:cubicBezTo>
                  <a:lnTo>
                    <a:pt x="4204104" y="1571017"/>
                  </a:lnTo>
                  <a:cubicBezTo>
                    <a:pt x="4201564" y="1569747"/>
                    <a:pt x="4199024" y="1567207"/>
                    <a:pt x="4195214" y="1565937"/>
                  </a:cubicBezTo>
                  <a:cubicBezTo>
                    <a:pt x="4192674" y="1564667"/>
                    <a:pt x="4190134" y="1563397"/>
                    <a:pt x="4187594" y="1563397"/>
                  </a:cubicBezTo>
                  <a:cubicBezTo>
                    <a:pt x="4190134" y="1560857"/>
                    <a:pt x="4195214" y="1557047"/>
                    <a:pt x="4196484" y="1557047"/>
                  </a:cubicBezTo>
                  <a:cubicBezTo>
                    <a:pt x="4205374" y="1562127"/>
                    <a:pt x="4202834" y="1548157"/>
                    <a:pt x="4207914" y="1549427"/>
                  </a:cubicBezTo>
                  <a:cubicBezTo>
                    <a:pt x="4207914" y="1545617"/>
                    <a:pt x="4207914" y="1537997"/>
                    <a:pt x="4206644" y="1537997"/>
                  </a:cubicBezTo>
                  <a:cubicBezTo>
                    <a:pt x="4190134" y="1531647"/>
                    <a:pt x="4192674" y="1517677"/>
                    <a:pt x="4188864" y="1508787"/>
                  </a:cubicBezTo>
                  <a:close/>
                  <a:moveTo>
                    <a:pt x="227734" y="988087"/>
                  </a:moveTo>
                  <a:lnTo>
                    <a:pt x="264564" y="988087"/>
                  </a:lnTo>
                  <a:cubicBezTo>
                    <a:pt x="255674" y="999517"/>
                    <a:pt x="234084" y="999517"/>
                    <a:pt x="227734" y="988087"/>
                  </a:cubicBezTo>
                  <a:close/>
                  <a:moveTo>
                    <a:pt x="481734" y="1504977"/>
                  </a:moveTo>
                  <a:lnTo>
                    <a:pt x="481734" y="1499897"/>
                  </a:lnTo>
                  <a:cubicBezTo>
                    <a:pt x="498244" y="1498627"/>
                    <a:pt x="516024" y="1497357"/>
                    <a:pt x="532534" y="1497357"/>
                  </a:cubicBezTo>
                  <a:cubicBezTo>
                    <a:pt x="514754" y="1497357"/>
                    <a:pt x="499514" y="1512597"/>
                    <a:pt x="481734" y="1504977"/>
                  </a:cubicBezTo>
                  <a:close/>
                  <a:moveTo>
                    <a:pt x="175664" y="2120927"/>
                  </a:moveTo>
                  <a:cubicBezTo>
                    <a:pt x="183284" y="2113307"/>
                    <a:pt x="189634" y="2108227"/>
                    <a:pt x="192174" y="2104417"/>
                  </a:cubicBezTo>
                  <a:cubicBezTo>
                    <a:pt x="198524" y="2109497"/>
                    <a:pt x="202334" y="2113307"/>
                    <a:pt x="206144" y="2117117"/>
                  </a:cubicBezTo>
                  <a:cubicBezTo>
                    <a:pt x="197254" y="2117117"/>
                    <a:pt x="188364" y="2118387"/>
                    <a:pt x="175664" y="2120927"/>
                  </a:cubicBezTo>
                  <a:close/>
                  <a:moveTo>
                    <a:pt x="264564" y="2114577"/>
                  </a:moveTo>
                  <a:lnTo>
                    <a:pt x="231544" y="2114577"/>
                  </a:lnTo>
                  <a:cubicBezTo>
                    <a:pt x="230274" y="2114577"/>
                    <a:pt x="229004" y="2109497"/>
                    <a:pt x="226464" y="2105687"/>
                  </a:cubicBezTo>
                  <a:cubicBezTo>
                    <a:pt x="241704" y="2106957"/>
                    <a:pt x="253134" y="2108227"/>
                    <a:pt x="264564" y="2109497"/>
                  </a:cubicBezTo>
                  <a:lnTo>
                    <a:pt x="264564" y="2114577"/>
                  </a:lnTo>
                  <a:close/>
                  <a:moveTo>
                    <a:pt x="273454" y="2113307"/>
                  </a:moveTo>
                  <a:cubicBezTo>
                    <a:pt x="272184" y="2112037"/>
                    <a:pt x="272184" y="2110767"/>
                    <a:pt x="270914" y="2110767"/>
                  </a:cubicBezTo>
                  <a:cubicBezTo>
                    <a:pt x="275994" y="2106957"/>
                    <a:pt x="282344" y="2104417"/>
                    <a:pt x="287424" y="2100607"/>
                  </a:cubicBezTo>
                  <a:cubicBezTo>
                    <a:pt x="291234" y="2096797"/>
                    <a:pt x="292504" y="2090447"/>
                    <a:pt x="296314" y="2084097"/>
                  </a:cubicBezTo>
                  <a:cubicBezTo>
                    <a:pt x="306474" y="2104417"/>
                    <a:pt x="328064" y="2098067"/>
                    <a:pt x="347114" y="2103147"/>
                  </a:cubicBezTo>
                  <a:cubicBezTo>
                    <a:pt x="321714" y="2105687"/>
                    <a:pt x="297584" y="2109497"/>
                    <a:pt x="273454" y="2113307"/>
                  </a:cubicBezTo>
                  <a:close/>
                  <a:moveTo>
                    <a:pt x="107084" y="2425727"/>
                  </a:moveTo>
                  <a:cubicBezTo>
                    <a:pt x="108354" y="2425727"/>
                    <a:pt x="108354" y="2425727"/>
                    <a:pt x="107084" y="2425727"/>
                  </a:cubicBezTo>
                  <a:close/>
                  <a:moveTo>
                    <a:pt x="338224" y="2607337"/>
                  </a:moveTo>
                  <a:cubicBezTo>
                    <a:pt x="336954" y="2598447"/>
                    <a:pt x="335684" y="2592097"/>
                    <a:pt x="334414" y="2583207"/>
                  </a:cubicBezTo>
                  <a:cubicBezTo>
                    <a:pt x="343304" y="2585747"/>
                    <a:pt x="348384" y="2587017"/>
                    <a:pt x="353464" y="2589557"/>
                  </a:cubicBezTo>
                  <a:cubicBezTo>
                    <a:pt x="348384" y="2594637"/>
                    <a:pt x="344574" y="2599717"/>
                    <a:pt x="338224" y="2607337"/>
                  </a:cubicBezTo>
                  <a:close/>
                  <a:moveTo>
                    <a:pt x="629054" y="1047777"/>
                  </a:moveTo>
                  <a:cubicBezTo>
                    <a:pt x="620164" y="1049047"/>
                    <a:pt x="611274" y="1052857"/>
                    <a:pt x="603654" y="1052857"/>
                  </a:cubicBezTo>
                  <a:cubicBezTo>
                    <a:pt x="594764" y="1054127"/>
                    <a:pt x="585874" y="1052857"/>
                    <a:pt x="575714" y="1052857"/>
                  </a:cubicBezTo>
                  <a:cubicBezTo>
                    <a:pt x="574444" y="1051587"/>
                    <a:pt x="573174" y="1047777"/>
                    <a:pt x="571904" y="1043967"/>
                  </a:cubicBezTo>
                  <a:cubicBezTo>
                    <a:pt x="580794" y="1041427"/>
                    <a:pt x="589684" y="1037617"/>
                    <a:pt x="599844" y="1035077"/>
                  </a:cubicBezTo>
                  <a:cubicBezTo>
                    <a:pt x="599844" y="1038887"/>
                    <a:pt x="598574" y="1041427"/>
                    <a:pt x="598574" y="1045237"/>
                  </a:cubicBezTo>
                  <a:cubicBezTo>
                    <a:pt x="610004" y="1037617"/>
                    <a:pt x="620164" y="1038887"/>
                    <a:pt x="629054" y="1047777"/>
                  </a:cubicBezTo>
                  <a:cubicBezTo>
                    <a:pt x="643024" y="1037617"/>
                    <a:pt x="645564" y="1038887"/>
                    <a:pt x="649374" y="1060477"/>
                  </a:cubicBezTo>
                  <a:cubicBezTo>
                    <a:pt x="641754" y="1055397"/>
                    <a:pt x="635404" y="1051587"/>
                    <a:pt x="629054" y="1047777"/>
                  </a:cubicBezTo>
                  <a:close/>
                  <a:moveTo>
                    <a:pt x="677314" y="1045237"/>
                  </a:moveTo>
                  <a:cubicBezTo>
                    <a:pt x="679854" y="1042697"/>
                    <a:pt x="682394" y="1040157"/>
                    <a:pt x="683664" y="1037617"/>
                  </a:cubicBezTo>
                  <a:cubicBezTo>
                    <a:pt x="692554" y="1049047"/>
                    <a:pt x="692554" y="1049047"/>
                    <a:pt x="673504" y="1057937"/>
                  </a:cubicBezTo>
                  <a:lnTo>
                    <a:pt x="654454" y="1042697"/>
                  </a:lnTo>
                  <a:cubicBezTo>
                    <a:pt x="667154" y="1032537"/>
                    <a:pt x="674774" y="1032537"/>
                    <a:pt x="677314" y="1045237"/>
                  </a:cubicBezTo>
                  <a:close/>
                  <a:moveTo>
                    <a:pt x="687474" y="2741957"/>
                  </a:moveTo>
                  <a:cubicBezTo>
                    <a:pt x="688744" y="2740687"/>
                    <a:pt x="690014" y="2740687"/>
                    <a:pt x="691284" y="2739417"/>
                  </a:cubicBezTo>
                  <a:cubicBezTo>
                    <a:pt x="692554" y="2741957"/>
                    <a:pt x="695094" y="2744497"/>
                    <a:pt x="697634" y="2748307"/>
                  </a:cubicBezTo>
                  <a:cubicBezTo>
                    <a:pt x="695094" y="2748307"/>
                    <a:pt x="692554" y="2748307"/>
                    <a:pt x="690014" y="2749577"/>
                  </a:cubicBezTo>
                  <a:cubicBezTo>
                    <a:pt x="688744" y="2745767"/>
                    <a:pt x="688744" y="2743227"/>
                    <a:pt x="687474" y="2741957"/>
                  </a:cubicBezTo>
                  <a:close/>
                  <a:moveTo>
                    <a:pt x="764944" y="2733067"/>
                  </a:moveTo>
                  <a:cubicBezTo>
                    <a:pt x="766214" y="2736877"/>
                    <a:pt x="767484" y="2739417"/>
                    <a:pt x="770024" y="2741957"/>
                  </a:cubicBezTo>
                  <a:lnTo>
                    <a:pt x="766214" y="2741957"/>
                  </a:lnTo>
                  <a:cubicBezTo>
                    <a:pt x="766214" y="2739417"/>
                    <a:pt x="766214" y="2736877"/>
                    <a:pt x="764944" y="2733067"/>
                  </a:cubicBezTo>
                  <a:close/>
                  <a:moveTo>
                    <a:pt x="869084" y="3016277"/>
                  </a:moveTo>
                  <a:cubicBezTo>
                    <a:pt x="865274" y="3009927"/>
                    <a:pt x="862734" y="3004847"/>
                    <a:pt x="860194" y="2999767"/>
                  </a:cubicBezTo>
                  <a:lnTo>
                    <a:pt x="866544" y="2993417"/>
                  </a:lnTo>
                  <a:cubicBezTo>
                    <a:pt x="875434" y="2999767"/>
                    <a:pt x="876704" y="3009927"/>
                    <a:pt x="869084" y="3016277"/>
                  </a:cubicBezTo>
                  <a:close/>
                  <a:moveTo>
                    <a:pt x="1191664" y="3041677"/>
                  </a:moveTo>
                  <a:cubicBezTo>
                    <a:pt x="1186584" y="3039137"/>
                    <a:pt x="1181504" y="3037867"/>
                    <a:pt x="1176424" y="3035327"/>
                  </a:cubicBezTo>
                  <a:cubicBezTo>
                    <a:pt x="1181504" y="3030247"/>
                    <a:pt x="1186584" y="3025167"/>
                    <a:pt x="1190394" y="3022627"/>
                  </a:cubicBezTo>
                  <a:lnTo>
                    <a:pt x="1205634" y="3034057"/>
                  </a:lnTo>
                  <a:cubicBezTo>
                    <a:pt x="1201824" y="3036597"/>
                    <a:pt x="1196744" y="3039137"/>
                    <a:pt x="1191664" y="3041677"/>
                  </a:cubicBezTo>
                  <a:close/>
                  <a:moveTo>
                    <a:pt x="3438294" y="2825777"/>
                  </a:moveTo>
                  <a:cubicBezTo>
                    <a:pt x="3437024" y="2827047"/>
                    <a:pt x="3438294" y="2829587"/>
                    <a:pt x="3438294" y="2832127"/>
                  </a:cubicBezTo>
                  <a:lnTo>
                    <a:pt x="3419244" y="2835937"/>
                  </a:lnTo>
                  <a:cubicBezTo>
                    <a:pt x="3416704" y="2824507"/>
                    <a:pt x="3421784" y="2818157"/>
                    <a:pt x="3433214" y="2816887"/>
                  </a:cubicBezTo>
                  <a:cubicBezTo>
                    <a:pt x="3437024" y="2816887"/>
                    <a:pt x="3442104" y="2814347"/>
                    <a:pt x="3448454" y="2814347"/>
                  </a:cubicBezTo>
                  <a:cubicBezTo>
                    <a:pt x="3444644" y="2818157"/>
                    <a:pt x="3440834" y="2820697"/>
                    <a:pt x="3438294" y="2825777"/>
                  </a:cubicBezTo>
                  <a:close/>
                  <a:moveTo>
                    <a:pt x="3463694" y="2823237"/>
                  </a:moveTo>
                  <a:cubicBezTo>
                    <a:pt x="3458614" y="2821967"/>
                    <a:pt x="3454804" y="2818157"/>
                    <a:pt x="3450994" y="2815617"/>
                  </a:cubicBezTo>
                  <a:cubicBezTo>
                    <a:pt x="3456074" y="2809267"/>
                    <a:pt x="3459884" y="2805457"/>
                    <a:pt x="3462424" y="2801647"/>
                  </a:cubicBezTo>
                  <a:cubicBezTo>
                    <a:pt x="3467504" y="2807997"/>
                    <a:pt x="3472584" y="2813077"/>
                    <a:pt x="3477664" y="2820697"/>
                  </a:cubicBezTo>
                  <a:cubicBezTo>
                    <a:pt x="3473854" y="2821967"/>
                    <a:pt x="3468774" y="2823237"/>
                    <a:pt x="3463694" y="2823237"/>
                  </a:cubicBezTo>
                  <a:close/>
                  <a:moveTo>
                    <a:pt x="3597044" y="1964717"/>
                  </a:moveTo>
                  <a:cubicBezTo>
                    <a:pt x="3597044" y="1962177"/>
                    <a:pt x="3597044" y="1960907"/>
                    <a:pt x="3595774" y="1958367"/>
                  </a:cubicBezTo>
                  <a:lnTo>
                    <a:pt x="3622444" y="1954557"/>
                  </a:lnTo>
                  <a:cubicBezTo>
                    <a:pt x="3622444" y="1957097"/>
                    <a:pt x="3623714" y="1959637"/>
                    <a:pt x="3623714" y="1962177"/>
                  </a:cubicBezTo>
                  <a:cubicBezTo>
                    <a:pt x="3613554" y="1962177"/>
                    <a:pt x="3604664" y="1963447"/>
                    <a:pt x="3597044" y="1964717"/>
                  </a:cubicBezTo>
                  <a:close/>
                  <a:moveTo>
                    <a:pt x="3663084" y="1967257"/>
                  </a:moveTo>
                  <a:cubicBezTo>
                    <a:pt x="3655464" y="1967257"/>
                    <a:pt x="3646574" y="1967257"/>
                    <a:pt x="3638954" y="1964717"/>
                  </a:cubicBezTo>
                  <a:cubicBezTo>
                    <a:pt x="3635144" y="1963447"/>
                    <a:pt x="3633874" y="1958367"/>
                    <a:pt x="3630064" y="1955827"/>
                  </a:cubicBezTo>
                  <a:cubicBezTo>
                    <a:pt x="3631334" y="1954557"/>
                    <a:pt x="3631334" y="1953287"/>
                    <a:pt x="3632604" y="1952017"/>
                  </a:cubicBezTo>
                  <a:cubicBezTo>
                    <a:pt x="3644034" y="1954557"/>
                    <a:pt x="3654194" y="1955827"/>
                    <a:pt x="3664354" y="1958367"/>
                  </a:cubicBezTo>
                  <a:cubicBezTo>
                    <a:pt x="3663084" y="1962177"/>
                    <a:pt x="3663084" y="1965987"/>
                    <a:pt x="3663084" y="1967257"/>
                  </a:cubicBezTo>
                  <a:close/>
                  <a:moveTo>
                    <a:pt x="3720234" y="1965987"/>
                  </a:moveTo>
                  <a:cubicBezTo>
                    <a:pt x="3711344" y="1964717"/>
                    <a:pt x="3702454" y="1958367"/>
                    <a:pt x="3693564" y="1967257"/>
                  </a:cubicBezTo>
                  <a:cubicBezTo>
                    <a:pt x="3692294" y="1968527"/>
                    <a:pt x="3684674" y="1964717"/>
                    <a:pt x="3680864" y="1963447"/>
                  </a:cubicBezTo>
                  <a:cubicBezTo>
                    <a:pt x="3680864" y="1962177"/>
                    <a:pt x="3682134" y="1959637"/>
                    <a:pt x="3682134" y="1958367"/>
                  </a:cubicBezTo>
                  <a:lnTo>
                    <a:pt x="3724044" y="1958367"/>
                  </a:lnTo>
                  <a:cubicBezTo>
                    <a:pt x="3725314" y="1958367"/>
                    <a:pt x="3726584" y="1962177"/>
                    <a:pt x="3727854" y="1964717"/>
                  </a:cubicBezTo>
                  <a:cubicBezTo>
                    <a:pt x="3724044" y="1964717"/>
                    <a:pt x="3721504" y="1965987"/>
                    <a:pt x="3720234" y="1965987"/>
                  </a:cubicBezTo>
                  <a:close/>
                  <a:moveTo>
                    <a:pt x="3840884" y="2595907"/>
                  </a:moveTo>
                  <a:cubicBezTo>
                    <a:pt x="3839614" y="2597177"/>
                    <a:pt x="3839614" y="2598447"/>
                    <a:pt x="3839614" y="2597177"/>
                  </a:cubicBezTo>
                  <a:cubicBezTo>
                    <a:pt x="3838344" y="2597177"/>
                    <a:pt x="3838344" y="2595907"/>
                    <a:pt x="3840884" y="2595907"/>
                  </a:cubicBezTo>
                  <a:close/>
                  <a:moveTo>
                    <a:pt x="124864" y="2527327"/>
                  </a:moveTo>
                  <a:cubicBezTo>
                    <a:pt x="123594" y="2527327"/>
                    <a:pt x="123594" y="2528597"/>
                    <a:pt x="122324" y="2528597"/>
                  </a:cubicBezTo>
                  <a:cubicBezTo>
                    <a:pt x="122324" y="2528597"/>
                    <a:pt x="123594" y="2527327"/>
                    <a:pt x="124864" y="2527327"/>
                  </a:cubicBezTo>
                  <a:close/>
                  <a:moveTo>
                    <a:pt x="608734" y="2767357"/>
                  </a:moveTo>
                  <a:cubicBezTo>
                    <a:pt x="613814" y="2769897"/>
                    <a:pt x="618894" y="2772437"/>
                    <a:pt x="622704" y="2773707"/>
                  </a:cubicBezTo>
                  <a:cubicBezTo>
                    <a:pt x="604924" y="2783867"/>
                    <a:pt x="593494" y="2781327"/>
                    <a:pt x="582064" y="2763547"/>
                  </a:cubicBezTo>
                  <a:cubicBezTo>
                    <a:pt x="585874" y="2763547"/>
                    <a:pt x="588414" y="2762277"/>
                    <a:pt x="592224" y="2762277"/>
                  </a:cubicBezTo>
                  <a:cubicBezTo>
                    <a:pt x="597304" y="2763547"/>
                    <a:pt x="603654" y="2764817"/>
                    <a:pt x="608734" y="2767357"/>
                  </a:cubicBezTo>
                  <a:close/>
                  <a:moveTo>
                    <a:pt x="2828694" y="2871497"/>
                  </a:moveTo>
                  <a:cubicBezTo>
                    <a:pt x="2824884" y="2870227"/>
                    <a:pt x="2822344" y="2870227"/>
                    <a:pt x="2817264" y="2868957"/>
                  </a:cubicBezTo>
                  <a:cubicBezTo>
                    <a:pt x="2812184" y="2867687"/>
                    <a:pt x="2805834" y="2863877"/>
                    <a:pt x="2798214" y="2861337"/>
                  </a:cubicBezTo>
                  <a:cubicBezTo>
                    <a:pt x="2803294" y="2860067"/>
                    <a:pt x="2807104" y="2857527"/>
                    <a:pt x="2812184" y="2856257"/>
                  </a:cubicBezTo>
                  <a:cubicBezTo>
                    <a:pt x="2826154" y="2852447"/>
                    <a:pt x="2832504" y="2858797"/>
                    <a:pt x="2828694" y="2871497"/>
                  </a:cubicBezTo>
                  <a:close/>
                  <a:moveTo>
                    <a:pt x="2583584" y="2900707"/>
                  </a:moveTo>
                  <a:cubicBezTo>
                    <a:pt x="2591204" y="2901977"/>
                    <a:pt x="2600094" y="2901977"/>
                    <a:pt x="2608984" y="2903247"/>
                  </a:cubicBezTo>
                  <a:cubicBezTo>
                    <a:pt x="2605174" y="2915947"/>
                    <a:pt x="2595014" y="2912137"/>
                    <a:pt x="2587394" y="2910867"/>
                  </a:cubicBezTo>
                  <a:cubicBezTo>
                    <a:pt x="2584854" y="2910867"/>
                    <a:pt x="2582314" y="2905787"/>
                    <a:pt x="2579774" y="2903247"/>
                  </a:cubicBezTo>
                  <a:cubicBezTo>
                    <a:pt x="2581044" y="2901977"/>
                    <a:pt x="2582314" y="2900707"/>
                    <a:pt x="2583584" y="2900707"/>
                  </a:cubicBezTo>
                  <a:close/>
                  <a:moveTo>
                    <a:pt x="212494" y="2602257"/>
                  </a:moveTo>
                  <a:cubicBezTo>
                    <a:pt x="213764" y="2606067"/>
                    <a:pt x="215034" y="2608607"/>
                    <a:pt x="216304" y="2613687"/>
                  </a:cubicBezTo>
                  <a:cubicBezTo>
                    <a:pt x="208684" y="2613687"/>
                    <a:pt x="202334" y="2613687"/>
                    <a:pt x="195984" y="2612417"/>
                  </a:cubicBezTo>
                  <a:lnTo>
                    <a:pt x="195984" y="2603527"/>
                  </a:lnTo>
                  <a:cubicBezTo>
                    <a:pt x="201064" y="2603527"/>
                    <a:pt x="206144" y="2603527"/>
                    <a:pt x="212494" y="2602257"/>
                  </a:cubicBezTo>
                  <a:close/>
                  <a:moveTo>
                    <a:pt x="707794" y="2759737"/>
                  </a:moveTo>
                  <a:cubicBezTo>
                    <a:pt x="715414" y="2761007"/>
                    <a:pt x="723034" y="2761007"/>
                    <a:pt x="731924" y="2762277"/>
                  </a:cubicBezTo>
                  <a:cubicBezTo>
                    <a:pt x="726844" y="2767357"/>
                    <a:pt x="706524" y="2771167"/>
                    <a:pt x="702714" y="2767357"/>
                  </a:cubicBezTo>
                  <a:cubicBezTo>
                    <a:pt x="702714" y="2766087"/>
                    <a:pt x="701444" y="2763547"/>
                    <a:pt x="702714" y="2762277"/>
                  </a:cubicBezTo>
                  <a:cubicBezTo>
                    <a:pt x="703984" y="2761007"/>
                    <a:pt x="706524" y="2759737"/>
                    <a:pt x="707794" y="2759737"/>
                  </a:cubicBezTo>
                  <a:close/>
                </a:path>
              </a:pathLst>
            </a:custGeom>
            <a:blipFill>
              <a:blip r:embed="rId6"/>
              <a:stretch>
                <a:fillRect t="-28816" b="-53282"/>
              </a:stretch>
            </a:blipFill>
          </p:spPr>
        </p:sp>
      </p:grpSp>
      <p:sp>
        <p:nvSpPr>
          <p:cNvPr id="11" name="Freeform 11"/>
          <p:cNvSpPr/>
          <p:nvPr/>
        </p:nvSpPr>
        <p:spPr>
          <a:xfrm>
            <a:off x="1134245" y="4009716"/>
            <a:ext cx="4460488" cy="4114800"/>
          </a:xfrm>
          <a:custGeom>
            <a:avLst/>
            <a:gdLst/>
            <a:ahLst/>
            <a:cxnLst/>
            <a:rect l="l" t="t" r="r" b="b"/>
            <a:pathLst>
              <a:path w="4460488" h="4114800">
                <a:moveTo>
                  <a:pt x="0" y="0"/>
                </a:moveTo>
                <a:lnTo>
                  <a:pt x="4460488" y="0"/>
                </a:lnTo>
                <a:lnTo>
                  <a:pt x="4460488" y="4114800"/>
                </a:lnTo>
                <a:lnTo>
                  <a:pt x="0" y="4114800"/>
                </a:lnTo>
                <a:lnTo>
                  <a:pt x="0" y="0"/>
                </a:lnTo>
                <a:close/>
              </a:path>
            </a:pathLst>
          </a:custGeom>
          <a:blipFill>
            <a:blip>
              <a:alphaModFix amt="62000"/>
              <a:extLst>
                <a:ext uri="{96DAC541-7B7A-43D3-8B79-37D633B846F1}">
                  <asvg:svgBlip xmlns:asvg="http://schemas.microsoft.com/office/drawing/2016/SVG/main" r:embed="rId7"/>
                </a:ext>
              </a:extLst>
            </a:blip>
            <a:stretch>
              <a:fillRect/>
            </a:stretch>
          </a:blipFill>
        </p:spPr>
      </p:sp>
      <p:sp>
        <p:nvSpPr>
          <p:cNvPr id="12" name="Freeform 12"/>
          <p:cNvSpPr/>
          <p:nvPr/>
        </p:nvSpPr>
        <p:spPr>
          <a:xfrm>
            <a:off x="-1078094" y="6075249"/>
            <a:ext cx="5167724" cy="4114800"/>
          </a:xfrm>
          <a:custGeom>
            <a:avLst/>
            <a:gdLst/>
            <a:ahLst/>
            <a:cxnLst/>
            <a:rect l="l" t="t" r="r" b="b"/>
            <a:pathLst>
              <a:path w="5167724" h="4114800">
                <a:moveTo>
                  <a:pt x="0" y="0"/>
                </a:moveTo>
                <a:lnTo>
                  <a:pt x="5167723" y="0"/>
                </a:lnTo>
                <a:lnTo>
                  <a:pt x="5167723" y="4114800"/>
                </a:lnTo>
                <a:lnTo>
                  <a:pt x="0" y="4114800"/>
                </a:lnTo>
                <a:lnTo>
                  <a:pt x="0" y="0"/>
                </a:lnTo>
                <a:close/>
              </a:path>
            </a:pathLst>
          </a:custGeom>
          <a:blipFill>
            <a:blip>
              <a:alphaModFix amt="62000"/>
              <a:extLst>
                <a:ext uri="{96DAC541-7B7A-43D3-8B79-37D633B846F1}">
                  <asvg:svgBlip xmlns:asvg="http://schemas.microsoft.com/office/drawing/2016/SVG/main" r:embed="rId8"/>
                </a:ext>
              </a:extLst>
            </a:blip>
            <a:stretch>
              <a:fillRect/>
            </a:stretch>
          </a:blipFill>
        </p:spPr>
      </p:sp>
      <p:sp>
        <p:nvSpPr>
          <p:cNvPr id="13" name="TextBox 13"/>
          <p:cNvSpPr txBox="1"/>
          <p:nvPr/>
        </p:nvSpPr>
        <p:spPr>
          <a:xfrm>
            <a:off x="2144124" y="952500"/>
            <a:ext cx="3955434" cy="1223943"/>
          </a:xfrm>
          <a:prstGeom prst="rect">
            <a:avLst/>
          </a:prstGeom>
        </p:spPr>
        <p:txBody>
          <a:bodyPr lIns="0" tIns="0" rIns="0" bIns="0" rtlCol="0" anchor="t">
            <a:spAutoFit/>
          </a:bodyPr>
          <a:lstStyle/>
          <a:p>
            <a:pPr marL="0" lvl="0" indent="0" algn="l">
              <a:lnSpc>
                <a:spcPts val="4539"/>
              </a:lnSpc>
            </a:pPr>
            <a:r>
              <a:rPr lang="en-US" sz="3783">
                <a:solidFill>
                  <a:srgbClr val="403C38"/>
                </a:solidFill>
                <a:latin typeface="Bugaki"/>
                <a:ea typeface="Bugaki"/>
                <a:cs typeface="Bugaki"/>
                <a:sym typeface="Bugaki"/>
              </a:rPr>
              <a:t>Survey Snapshot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909685" y="6413255"/>
            <a:ext cx="4756630" cy="3873745"/>
          </a:xfrm>
          <a:custGeom>
            <a:avLst/>
            <a:gdLst/>
            <a:ahLst/>
            <a:cxnLst/>
            <a:rect l="l" t="t" r="r" b="b"/>
            <a:pathLst>
              <a:path w="4756630" h="3873745">
                <a:moveTo>
                  <a:pt x="0" y="0"/>
                </a:moveTo>
                <a:lnTo>
                  <a:pt x="4756630" y="0"/>
                </a:lnTo>
                <a:lnTo>
                  <a:pt x="4756630" y="3873745"/>
                </a:lnTo>
                <a:lnTo>
                  <a:pt x="0" y="3873745"/>
                </a:lnTo>
                <a:lnTo>
                  <a:pt x="0" y="0"/>
                </a:lnTo>
                <a:close/>
              </a:path>
            </a:pathLst>
          </a:custGeom>
          <a:blipFill>
            <a:blip r:embed="rId2"/>
            <a:stretch>
              <a:fillRect/>
            </a:stretch>
          </a:blipFill>
        </p:spPr>
      </p:sp>
      <p:sp>
        <p:nvSpPr>
          <p:cNvPr id="3" name="Freeform 3"/>
          <p:cNvSpPr/>
          <p:nvPr/>
        </p:nvSpPr>
        <p:spPr>
          <a:xfrm>
            <a:off x="1018852" y="757687"/>
            <a:ext cx="1251244" cy="1416850"/>
          </a:xfrm>
          <a:custGeom>
            <a:avLst/>
            <a:gdLst/>
            <a:ahLst/>
            <a:cxnLst/>
            <a:rect l="l" t="t" r="r" b="b"/>
            <a:pathLst>
              <a:path w="1251244" h="1416850">
                <a:moveTo>
                  <a:pt x="0" y="0"/>
                </a:moveTo>
                <a:lnTo>
                  <a:pt x="1251244" y="0"/>
                </a:lnTo>
                <a:lnTo>
                  <a:pt x="1251244" y="1416850"/>
                </a:lnTo>
                <a:lnTo>
                  <a:pt x="0" y="1416850"/>
                </a:lnTo>
                <a:lnTo>
                  <a:pt x="0" y="0"/>
                </a:lnTo>
                <a:close/>
              </a:path>
            </a:pathLst>
          </a:custGeom>
          <a:blipFill>
            <a:blip r:embed="rId3"/>
            <a:stretch>
              <a:fillRect/>
            </a:stretch>
          </a:blipFill>
        </p:spPr>
      </p:sp>
      <p:sp>
        <p:nvSpPr>
          <p:cNvPr id="4" name="Freeform 4"/>
          <p:cNvSpPr/>
          <p:nvPr/>
        </p:nvSpPr>
        <p:spPr>
          <a:xfrm>
            <a:off x="897621" y="3122395"/>
            <a:ext cx="1713398" cy="841707"/>
          </a:xfrm>
          <a:custGeom>
            <a:avLst/>
            <a:gdLst/>
            <a:ahLst/>
            <a:cxnLst/>
            <a:rect l="l" t="t" r="r" b="b"/>
            <a:pathLst>
              <a:path w="1713398" h="841707">
                <a:moveTo>
                  <a:pt x="0" y="0"/>
                </a:moveTo>
                <a:lnTo>
                  <a:pt x="1713399" y="0"/>
                </a:lnTo>
                <a:lnTo>
                  <a:pt x="1713399" y="841706"/>
                </a:lnTo>
                <a:lnTo>
                  <a:pt x="0" y="84170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3247159" y="1998378"/>
            <a:ext cx="8350629" cy="3590771"/>
          </a:xfrm>
          <a:custGeom>
            <a:avLst/>
            <a:gdLst/>
            <a:ahLst/>
            <a:cxnLst/>
            <a:rect l="l" t="t" r="r" b="b"/>
            <a:pathLst>
              <a:path w="8350629" h="3590771">
                <a:moveTo>
                  <a:pt x="0" y="0"/>
                </a:moveTo>
                <a:lnTo>
                  <a:pt x="8350630" y="0"/>
                </a:lnTo>
                <a:lnTo>
                  <a:pt x="8350630" y="3590771"/>
                </a:lnTo>
                <a:lnTo>
                  <a:pt x="0" y="3590771"/>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11597789" y="1181726"/>
            <a:ext cx="6030381" cy="3881337"/>
            <a:chOff x="0" y="0"/>
            <a:chExt cx="5513070" cy="3548380"/>
          </a:xfrm>
        </p:grpSpPr>
        <p:sp>
          <p:nvSpPr>
            <p:cNvPr id="7" name="Freeform 7"/>
            <p:cNvSpPr/>
            <p:nvPr/>
          </p:nvSpPr>
          <p:spPr>
            <a:xfrm>
              <a:off x="-1297" y="429"/>
              <a:ext cx="5514367" cy="3547951"/>
            </a:xfrm>
            <a:custGeom>
              <a:avLst/>
              <a:gdLst/>
              <a:ahLst/>
              <a:cxnLst/>
              <a:rect l="l" t="t" r="r" b="b"/>
              <a:pathLst>
                <a:path w="5514367" h="3547951">
                  <a:moveTo>
                    <a:pt x="4989857" y="1543891"/>
                  </a:moveTo>
                  <a:cubicBezTo>
                    <a:pt x="5047007" y="1522301"/>
                    <a:pt x="5123207" y="1532461"/>
                    <a:pt x="5187977" y="1510871"/>
                  </a:cubicBezTo>
                  <a:cubicBezTo>
                    <a:pt x="5325137" y="1463881"/>
                    <a:pt x="5434357" y="1388951"/>
                    <a:pt x="5514367" y="1303861"/>
                  </a:cubicBezTo>
                  <a:cubicBezTo>
                    <a:pt x="5497857" y="1216231"/>
                    <a:pt x="5492777" y="1167971"/>
                    <a:pt x="5504207" y="1094311"/>
                  </a:cubicBezTo>
                  <a:cubicBezTo>
                    <a:pt x="5494047" y="1089231"/>
                    <a:pt x="5472457" y="1103201"/>
                    <a:pt x="5471187" y="1082881"/>
                  </a:cubicBezTo>
                  <a:cubicBezTo>
                    <a:pt x="5468647" y="1024461"/>
                    <a:pt x="5440707" y="1002871"/>
                    <a:pt x="5414037" y="953341"/>
                  </a:cubicBezTo>
                  <a:cubicBezTo>
                    <a:pt x="5209567" y="982551"/>
                    <a:pt x="4837457" y="1142571"/>
                    <a:pt x="4616477" y="1128601"/>
                  </a:cubicBezTo>
                  <a:cubicBezTo>
                    <a:pt x="4752367" y="1032081"/>
                    <a:pt x="4850157" y="924131"/>
                    <a:pt x="4852697" y="781891"/>
                  </a:cubicBezTo>
                  <a:cubicBezTo>
                    <a:pt x="4841267" y="770461"/>
                    <a:pt x="4776497" y="762841"/>
                    <a:pt x="4761257" y="767921"/>
                  </a:cubicBezTo>
                  <a:cubicBezTo>
                    <a:pt x="4709187" y="757761"/>
                    <a:pt x="4655847" y="710771"/>
                    <a:pt x="4632987" y="681561"/>
                  </a:cubicBezTo>
                  <a:cubicBezTo>
                    <a:pt x="4611397" y="695531"/>
                    <a:pt x="4607587" y="680291"/>
                    <a:pt x="4588537" y="690451"/>
                  </a:cubicBezTo>
                  <a:cubicBezTo>
                    <a:pt x="4507257" y="628221"/>
                    <a:pt x="4335807" y="722201"/>
                    <a:pt x="4253257" y="663781"/>
                  </a:cubicBezTo>
                  <a:cubicBezTo>
                    <a:pt x="4291357" y="563451"/>
                    <a:pt x="4213887" y="540591"/>
                    <a:pt x="4161817" y="492331"/>
                  </a:cubicBezTo>
                  <a:cubicBezTo>
                    <a:pt x="4180867" y="413591"/>
                    <a:pt x="4133877" y="371681"/>
                    <a:pt x="4090697" y="298021"/>
                  </a:cubicBezTo>
                  <a:cubicBezTo>
                    <a:pt x="4037357" y="323421"/>
                    <a:pt x="4041167" y="284051"/>
                    <a:pt x="4047517" y="258651"/>
                  </a:cubicBezTo>
                  <a:cubicBezTo>
                    <a:pt x="4008147" y="270081"/>
                    <a:pt x="3984017" y="254841"/>
                    <a:pt x="3962427" y="234521"/>
                  </a:cubicBezTo>
                  <a:cubicBezTo>
                    <a:pt x="3886227" y="263731"/>
                    <a:pt x="3816377" y="265001"/>
                    <a:pt x="3755417" y="271351"/>
                  </a:cubicBezTo>
                  <a:cubicBezTo>
                    <a:pt x="3444267" y="304371"/>
                    <a:pt x="3058187" y="388191"/>
                    <a:pt x="2778787" y="402161"/>
                  </a:cubicBezTo>
                  <a:cubicBezTo>
                    <a:pt x="3035327" y="292941"/>
                    <a:pt x="3332507" y="223091"/>
                    <a:pt x="3521737" y="129111"/>
                  </a:cubicBezTo>
                  <a:cubicBezTo>
                    <a:pt x="3528087" y="75771"/>
                    <a:pt x="3526817" y="51641"/>
                    <a:pt x="3523007" y="2111"/>
                  </a:cubicBezTo>
                  <a:cubicBezTo>
                    <a:pt x="3318537" y="-15669"/>
                    <a:pt x="3004847" y="82121"/>
                    <a:pt x="2714017" y="173561"/>
                  </a:cubicBezTo>
                  <a:cubicBezTo>
                    <a:pt x="2039647" y="385651"/>
                    <a:pt x="1226847" y="626951"/>
                    <a:pt x="844577" y="1002871"/>
                  </a:cubicBezTo>
                  <a:cubicBezTo>
                    <a:pt x="854737" y="1058751"/>
                    <a:pt x="838227" y="1131141"/>
                    <a:pt x="880137" y="1179401"/>
                  </a:cubicBezTo>
                  <a:cubicBezTo>
                    <a:pt x="740437" y="1255601"/>
                    <a:pt x="580417" y="1324181"/>
                    <a:pt x="444527" y="1402921"/>
                  </a:cubicBezTo>
                  <a:cubicBezTo>
                    <a:pt x="449607" y="1468961"/>
                    <a:pt x="483897" y="1537541"/>
                    <a:pt x="497867" y="1548971"/>
                  </a:cubicBezTo>
                  <a:cubicBezTo>
                    <a:pt x="453417" y="1573101"/>
                    <a:pt x="521997" y="1555321"/>
                    <a:pt x="519457" y="1580721"/>
                  </a:cubicBezTo>
                  <a:cubicBezTo>
                    <a:pt x="500407" y="1589611"/>
                    <a:pt x="513107" y="1611201"/>
                    <a:pt x="485167" y="1617551"/>
                  </a:cubicBezTo>
                  <a:cubicBezTo>
                    <a:pt x="382297" y="1601041"/>
                    <a:pt x="267997" y="1681051"/>
                    <a:pt x="162587" y="1705181"/>
                  </a:cubicBezTo>
                  <a:cubicBezTo>
                    <a:pt x="158777" y="1721691"/>
                    <a:pt x="196877" y="1719151"/>
                    <a:pt x="172747" y="1733121"/>
                  </a:cubicBezTo>
                  <a:cubicBezTo>
                    <a:pt x="102897" y="1749631"/>
                    <a:pt x="95277" y="1786461"/>
                    <a:pt x="25427" y="1802971"/>
                  </a:cubicBezTo>
                  <a:cubicBezTo>
                    <a:pt x="22887" y="1818211"/>
                    <a:pt x="20347" y="1833451"/>
                    <a:pt x="24157" y="1851231"/>
                  </a:cubicBezTo>
                  <a:cubicBezTo>
                    <a:pt x="34317" y="1863931"/>
                    <a:pt x="95277" y="1848691"/>
                    <a:pt x="78767" y="1870281"/>
                  </a:cubicBezTo>
                  <a:cubicBezTo>
                    <a:pt x="41937" y="1882981"/>
                    <a:pt x="-1243" y="1879171"/>
                    <a:pt x="27" y="1914731"/>
                  </a:cubicBezTo>
                  <a:cubicBezTo>
                    <a:pt x="20347" y="1937591"/>
                    <a:pt x="62257" y="1922351"/>
                    <a:pt x="73687" y="1959181"/>
                  </a:cubicBezTo>
                  <a:cubicBezTo>
                    <a:pt x="64797" y="1976961"/>
                    <a:pt x="36857" y="1987121"/>
                    <a:pt x="44477" y="2009981"/>
                  </a:cubicBezTo>
                  <a:cubicBezTo>
                    <a:pt x="104167" y="2008711"/>
                    <a:pt x="157507" y="2020141"/>
                    <a:pt x="219737" y="2016331"/>
                  </a:cubicBezTo>
                  <a:cubicBezTo>
                    <a:pt x="200687" y="2026491"/>
                    <a:pt x="234977" y="2049351"/>
                    <a:pt x="285777" y="2039191"/>
                  </a:cubicBezTo>
                  <a:cubicBezTo>
                    <a:pt x="283237" y="2056971"/>
                    <a:pt x="238787" y="2059511"/>
                    <a:pt x="242597" y="2078561"/>
                  </a:cubicBezTo>
                  <a:cubicBezTo>
                    <a:pt x="316257" y="2064591"/>
                    <a:pt x="336577" y="2036651"/>
                    <a:pt x="405157" y="2026491"/>
                  </a:cubicBezTo>
                  <a:cubicBezTo>
                    <a:pt x="359437" y="2063321"/>
                    <a:pt x="301017" y="2120471"/>
                    <a:pt x="243867" y="2133171"/>
                  </a:cubicBezTo>
                  <a:cubicBezTo>
                    <a:pt x="227357" y="2156031"/>
                    <a:pt x="233707" y="2186511"/>
                    <a:pt x="224817" y="2210641"/>
                  </a:cubicBezTo>
                  <a:cubicBezTo>
                    <a:pt x="209577" y="2205561"/>
                    <a:pt x="210847" y="2285571"/>
                    <a:pt x="250217" y="2304621"/>
                  </a:cubicBezTo>
                  <a:cubicBezTo>
                    <a:pt x="299747" y="2291921"/>
                    <a:pt x="411507" y="2298271"/>
                    <a:pt x="483897" y="2313511"/>
                  </a:cubicBezTo>
                  <a:cubicBezTo>
                    <a:pt x="478817" y="2327481"/>
                    <a:pt x="462307" y="2337641"/>
                    <a:pt x="471197" y="2357961"/>
                  </a:cubicBezTo>
                  <a:cubicBezTo>
                    <a:pt x="495327" y="2366851"/>
                    <a:pt x="553747" y="2316051"/>
                    <a:pt x="577877" y="2335101"/>
                  </a:cubicBezTo>
                  <a:cubicBezTo>
                    <a:pt x="613437" y="2347801"/>
                    <a:pt x="549937" y="2360501"/>
                    <a:pt x="567717" y="2385901"/>
                  </a:cubicBezTo>
                  <a:cubicBezTo>
                    <a:pt x="803937" y="2267791"/>
                    <a:pt x="993167" y="2246201"/>
                    <a:pt x="1233197" y="2189051"/>
                  </a:cubicBezTo>
                  <a:cubicBezTo>
                    <a:pt x="965227" y="2305891"/>
                    <a:pt x="603277" y="2620851"/>
                    <a:pt x="596927" y="2723721"/>
                  </a:cubicBezTo>
                  <a:cubicBezTo>
                    <a:pt x="629947" y="2723721"/>
                    <a:pt x="657887" y="2731341"/>
                    <a:pt x="688367" y="2737691"/>
                  </a:cubicBezTo>
                  <a:cubicBezTo>
                    <a:pt x="678207" y="2764361"/>
                    <a:pt x="662967" y="2789761"/>
                    <a:pt x="660427" y="2818971"/>
                  </a:cubicBezTo>
                  <a:cubicBezTo>
                    <a:pt x="676937" y="2789761"/>
                    <a:pt x="735357" y="2775791"/>
                    <a:pt x="740437" y="2829131"/>
                  </a:cubicBezTo>
                  <a:cubicBezTo>
                    <a:pt x="699797" y="2832941"/>
                    <a:pt x="699797" y="2845641"/>
                    <a:pt x="699797" y="2876121"/>
                  </a:cubicBezTo>
                  <a:cubicBezTo>
                    <a:pt x="741707" y="2881201"/>
                    <a:pt x="806477" y="2844371"/>
                    <a:pt x="826797" y="2883741"/>
                  </a:cubicBezTo>
                  <a:cubicBezTo>
                    <a:pt x="800127" y="2900251"/>
                    <a:pt x="789967" y="2885011"/>
                    <a:pt x="764567" y="2898981"/>
                  </a:cubicBezTo>
                  <a:cubicBezTo>
                    <a:pt x="765837" y="2924381"/>
                    <a:pt x="791237" y="2905331"/>
                    <a:pt x="800127" y="2918031"/>
                  </a:cubicBezTo>
                  <a:cubicBezTo>
                    <a:pt x="726467" y="2948511"/>
                    <a:pt x="730277" y="2959941"/>
                    <a:pt x="706147" y="3000581"/>
                  </a:cubicBezTo>
                  <a:cubicBezTo>
                    <a:pt x="685827" y="2967561"/>
                    <a:pt x="632487" y="3179651"/>
                    <a:pt x="675667" y="3177111"/>
                  </a:cubicBezTo>
                  <a:cubicBezTo>
                    <a:pt x="640107" y="3213941"/>
                    <a:pt x="708687" y="3192351"/>
                    <a:pt x="725197" y="3206321"/>
                  </a:cubicBezTo>
                  <a:cubicBezTo>
                    <a:pt x="709957" y="3232991"/>
                    <a:pt x="744247" y="3240611"/>
                    <a:pt x="748057" y="3268551"/>
                  </a:cubicBezTo>
                  <a:cubicBezTo>
                    <a:pt x="767107" y="3273631"/>
                    <a:pt x="803937" y="3246961"/>
                    <a:pt x="802667" y="3287601"/>
                  </a:cubicBezTo>
                  <a:cubicBezTo>
                    <a:pt x="765837" y="3291411"/>
                    <a:pt x="777267" y="3281251"/>
                    <a:pt x="751867" y="3306651"/>
                  </a:cubicBezTo>
                  <a:cubicBezTo>
                    <a:pt x="742977" y="3297761"/>
                    <a:pt x="723927" y="3288871"/>
                    <a:pt x="704877" y="3307921"/>
                  </a:cubicBezTo>
                  <a:cubicBezTo>
                    <a:pt x="718847" y="3334591"/>
                    <a:pt x="713767" y="3354911"/>
                    <a:pt x="711227" y="3376501"/>
                  </a:cubicBezTo>
                  <a:cubicBezTo>
                    <a:pt x="778537" y="3365071"/>
                    <a:pt x="731547" y="3387931"/>
                    <a:pt x="793777" y="3393011"/>
                  </a:cubicBezTo>
                  <a:cubicBezTo>
                    <a:pt x="812827" y="3415871"/>
                    <a:pt x="784887" y="3422221"/>
                    <a:pt x="781077" y="3437461"/>
                  </a:cubicBezTo>
                  <a:cubicBezTo>
                    <a:pt x="902997" y="3441271"/>
                    <a:pt x="966497" y="3492071"/>
                    <a:pt x="1070637" y="3516201"/>
                  </a:cubicBezTo>
                  <a:cubicBezTo>
                    <a:pt x="1070637" y="3539061"/>
                    <a:pt x="1089687" y="3530171"/>
                    <a:pt x="1092227" y="3547951"/>
                  </a:cubicBezTo>
                  <a:cubicBezTo>
                    <a:pt x="1290347" y="3525091"/>
                    <a:pt x="1421157" y="3546681"/>
                    <a:pt x="1649757" y="3476831"/>
                  </a:cubicBezTo>
                  <a:cubicBezTo>
                    <a:pt x="1621817" y="3451431"/>
                    <a:pt x="1543077" y="3471751"/>
                    <a:pt x="1527837" y="3459051"/>
                  </a:cubicBezTo>
                  <a:cubicBezTo>
                    <a:pt x="1682777" y="3394281"/>
                    <a:pt x="1872007" y="3371421"/>
                    <a:pt x="2057427" y="3334591"/>
                  </a:cubicBezTo>
                  <a:cubicBezTo>
                    <a:pt x="2235227" y="3300301"/>
                    <a:pt x="2410487" y="3311731"/>
                    <a:pt x="2585747" y="3234261"/>
                  </a:cubicBezTo>
                  <a:cubicBezTo>
                    <a:pt x="2627657" y="3250771"/>
                    <a:pt x="2660677" y="3219021"/>
                    <a:pt x="2700047" y="3207591"/>
                  </a:cubicBezTo>
                  <a:cubicBezTo>
                    <a:pt x="2905787" y="3145361"/>
                    <a:pt x="3167407" y="3095831"/>
                    <a:pt x="3370607" y="3079321"/>
                  </a:cubicBezTo>
                  <a:cubicBezTo>
                    <a:pt x="3406167" y="3076781"/>
                    <a:pt x="3446807" y="3056461"/>
                    <a:pt x="3463317" y="3045031"/>
                  </a:cubicBezTo>
                  <a:cubicBezTo>
                    <a:pt x="3529357" y="3055191"/>
                    <a:pt x="3643657" y="3012011"/>
                    <a:pt x="3703347" y="2995501"/>
                  </a:cubicBezTo>
                  <a:cubicBezTo>
                    <a:pt x="3700807" y="2984071"/>
                    <a:pt x="3690647" y="2971371"/>
                    <a:pt x="3702077" y="2965021"/>
                  </a:cubicBezTo>
                  <a:cubicBezTo>
                    <a:pt x="3784627" y="2945971"/>
                    <a:pt x="3901467" y="2925651"/>
                    <a:pt x="3977667" y="2879931"/>
                  </a:cubicBezTo>
                  <a:cubicBezTo>
                    <a:pt x="3967507" y="2874851"/>
                    <a:pt x="3945917" y="2888821"/>
                    <a:pt x="3944647" y="2868501"/>
                  </a:cubicBezTo>
                  <a:cubicBezTo>
                    <a:pt x="4017037" y="2850721"/>
                    <a:pt x="4105937" y="2843101"/>
                    <a:pt x="4174517" y="2815161"/>
                  </a:cubicBezTo>
                  <a:cubicBezTo>
                    <a:pt x="4160547" y="2812621"/>
                    <a:pt x="4145307" y="2812621"/>
                    <a:pt x="4132607" y="2806271"/>
                  </a:cubicBezTo>
                  <a:cubicBezTo>
                    <a:pt x="4217697" y="2741501"/>
                    <a:pt x="4253257" y="2709751"/>
                    <a:pt x="4370097" y="2695781"/>
                  </a:cubicBezTo>
                  <a:cubicBezTo>
                    <a:pt x="4361207" y="2657681"/>
                    <a:pt x="4387877" y="2633551"/>
                    <a:pt x="4447567" y="2619581"/>
                  </a:cubicBezTo>
                  <a:cubicBezTo>
                    <a:pt x="4464077" y="2596721"/>
                    <a:pt x="4413277" y="2605611"/>
                    <a:pt x="4432327" y="2577671"/>
                  </a:cubicBezTo>
                  <a:cubicBezTo>
                    <a:pt x="4644417" y="2549731"/>
                    <a:pt x="4702837" y="2359231"/>
                    <a:pt x="4800627" y="2252551"/>
                  </a:cubicBezTo>
                  <a:cubicBezTo>
                    <a:pt x="4804437" y="2248741"/>
                    <a:pt x="4820947" y="2238581"/>
                    <a:pt x="4823487" y="2236041"/>
                  </a:cubicBezTo>
                  <a:cubicBezTo>
                    <a:pt x="4958107" y="2154761"/>
                    <a:pt x="5124477" y="2143331"/>
                    <a:pt x="5227347" y="2031571"/>
                  </a:cubicBezTo>
                  <a:cubicBezTo>
                    <a:pt x="5266717" y="1946481"/>
                    <a:pt x="5370857" y="1838531"/>
                    <a:pt x="5255287" y="1768681"/>
                  </a:cubicBezTo>
                  <a:cubicBezTo>
                    <a:pt x="5267987" y="1750901"/>
                    <a:pt x="5261637" y="1726771"/>
                    <a:pt x="5248937" y="1700101"/>
                  </a:cubicBezTo>
                  <a:cubicBezTo>
                    <a:pt x="5196867" y="1714071"/>
                    <a:pt x="4956837" y="1667081"/>
                    <a:pt x="4903497" y="1645491"/>
                  </a:cubicBezTo>
                  <a:cubicBezTo>
                    <a:pt x="4914927" y="1618821"/>
                    <a:pt x="4890797" y="1592151"/>
                    <a:pt x="4897147" y="1576911"/>
                  </a:cubicBezTo>
                  <a:cubicBezTo>
                    <a:pt x="4946677" y="1574371"/>
                    <a:pt x="4960647" y="1555321"/>
                    <a:pt x="4989857" y="1543891"/>
                  </a:cubicBezTo>
                  <a:close/>
                </a:path>
              </a:pathLst>
            </a:custGeom>
            <a:blipFill>
              <a:blip r:embed="rId6"/>
              <a:stretch>
                <a:fillRect l="-14382"/>
              </a:stretch>
            </a:blipFill>
          </p:spPr>
        </p:sp>
      </p:grpSp>
      <p:sp>
        <p:nvSpPr>
          <p:cNvPr id="8" name="Freeform 8"/>
          <p:cNvSpPr/>
          <p:nvPr/>
        </p:nvSpPr>
        <p:spPr>
          <a:xfrm>
            <a:off x="897621" y="7002839"/>
            <a:ext cx="1713398" cy="841707"/>
          </a:xfrm>
          <a:custGeom>
            <a:avLst/>
            <a:gdLst/>
            <a:ahLst/>
            <a:cxnLst/>
            <a:rect l="l" t="t" r="r" b="b"/>
            <a:pathLst>
              <a:path w="1713398" h="841707">
                <a:moveTo>
                  <a:pt x="0" y="0"/>
                </a:moveTo>
                <a:lnTo>
                  <a:pt x="1713399" y="0"/>
                </a:lnTo>
                <a:lnTo>
                  <a:pt x="1713399" y="841707"/>
                </a:lnTo>
                <a:lnTo>
                  <a:pt x="0" y="84170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3247159" y="5878823"/>
            <a:ext cx="8350629" cy="3590771"/>
          </a:xfrm>
          <a:custGeom>
            <a:avLst/>
            <a:gdLst/>
            <a:ahLst/>
            <a:cxnLst/>
            <a:rect l="l" t="t" r="r" b="b"/>
            <a:pathLst>
              <a:path w="8350629" h="3590771">
                <a:moveTo>
                  <a:pt x="0" y="0"/>
                </a:moveTo>
                <a:lnTo>
                  <a:pt x="8350630" y="0"/>
                </a:lnTo>
                <a:lnTo>
                  <a:pt x="8350630" y="3590770"/>
                </a:lnTo>
                <a:lnTo>
                  <a:pt x="0" y="359077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2611020" y="542187"/>
            <a:ext cx="5646028" cy="1743075"/>
          </a:xfrm>
          <a:prstGeom prst="rect">
            <a:avLst/>
          </a:prstGeom>
        </p:spPr>
        <p:txBody>
          <a:bodyPr lIns="0" tIns="0" rIns="0" bIns="0" rtlCol="0" anchor="t">
            <a:spAutoFit/>
          </a:bodyPr>
          <a:lstStyle/>
          <a:p>
            <a:pPr marL="0" lvl="0" indent="0" algn="l">
              <a:lnSpc>
                <a:spcPts val="6480"/>
              </a:lnSpc>
            </a:pPr>
            <a:r>
              <a:rPr lang="en-US" sz="5400">
                <a:solidFill>
                  <a:srgbClr val="403C38"/>
                </a:solidFill>
                <a:latin typeface="Bugaki"/>
                <a:ea typeface="Bugaki"/>
                <a:cs typeface="Bugaki"/>
                <a:sym typeface="Bugaki"/>
              </a:rPr>
              <a:t>Survey Snapshot</a:t>
            </a:r>
          </a:p>
        </p:txBody>
      </p:sp>
      <p:sp>
        <p:nvSpPr>
          <p:cNvPr id="11" name="TextBox 11"/>
          <p:cNvSpPr txBox="1"/>
          <p:nvPr/>
        </p:nvSpPr>
        <p:spPr>
          <a:xfrm>
            <a:off x="629180" y="4089036"/>
            <a:ext cx="2250281" cy="567098"/>
          </a:xfrm>
          <a:prstGeom prst="rect">
            <a:avLst/>
          </a:prstGeom>
        </p:spPr>
        <p:txBody>
          <a:bodyPr lIns="0" tIns="0" rIns="0" bIns="0" rtlCol="0" anchor="t">
            <a:spAutoFit/>
          </a:bodyPr>
          <a:lstStyle/>
          <a:p>
            <a:pPr algn="ctr">
              <a:lnSpc>
                <a:spcPts val="4442"/>
              </a:lnSpc>
              <a:spcBef>
                <a:spcPct val="0"/>
              </a:spcBef>
            </a:pPr>
            <a:r>
              <a:rPr lang="en-US" sz="3173" b="1">
                <a:solidFill>
                  <a:srgbClr val="403C38"/>
                </a:solidFill>
                <a:latin typeface="Times New Roman Bold"/>
                <a:ea typeface="Times New Roman Bold"/>
                <a:cs typeface="Times New Roman Bold"/>
                <a:sym typeface="Times New Roman Bold"/>
              </a:rPr>
              <a:t>Dhruva Bhat</a:t>
            </a:r>
          </a:p>
        </p:txBody>
      </p:sp>
      <p:sp>
        <p:nvSpPr>
          <p:cNvPr id="12" name="TextBox 12"/>
          <p:cNvSpPr txBox="1"/>
          <p:nvPr/>
        </p:nvSpPr>
        <p:spPr>
          <a:xfrm>
            <a:off x="3942228" y="2751477"/>
            <a:ext cx="9529337" cy="2027423"/>
          </a:xfrm>
          <a:prstGeom prst="rect">
            <a:avLst/>
          </a:prstGeom>
        </p:spPr>
        <p:txBody>
          <a:bodyPr lIns="0" tIns="0" rIns="0" bIns="0" rtlCol="0" anchor="t">
            <a:spAutoFit/>
          </a:bodyPr>
          <a:lstStyle/>
          <a:p>
            <a:pPr marL="425111" lvl="1" indent="-212556" algn="just">
              <a:lnSpc>
                <a:spcPts val="2756"/>
              </a:lnSpc>
              <a:spcBef>
                <a:spcPct val="0"/>
              </a:spcBef>
              <a:buFont typeface="Arial"/>
              <a:buChar char="•"/>
            </a:pPr>
            <a:r>
              <a:rPr lang="en-US" sz="1969">
                <a:solidFill>
                  <a:srgbClr val="403C38"/>
                </a:solidFill>
                <a:latin typeface="Times New Roman"/>
                <a:ea typeface="Times New Roman"/>
                <a:cs typeface="Times New Roman"/>
                <a:sym typeface="Times New Roman"/>
              </a:rPr>
              <a:t>Manages 300+ hives at Kadumane Honey Park</a:t>
            </a:r>
          </a:p>
          <a:p>
            <a:pPr marL="425111" lvl="1" indent="-212556" algn="just">
              <a:lnSpc>
                <a:spcPts val="2756"/>
              </a:lnSpc>
              <a:spcBef>
                <a:spcPct val="0"/>
              </a:spcBef>
              <a:buFont typeface="Arial"/>
              <a:buChar char="•"/>
            </a:pPr>
            <a:r>
              <a:rPr lang="en-US" sz="1969">
                <a:solidFill>
                  <a:srgbClr val="403C38"/>
                </a:solidFill>
                <a:latin typeface="Times New Roman"/>
                <a:ea typeface="Times New Roman"/>
                <a:cs typeface="Times New Roman"/>
                <a:sym typeface="Times New Roman"/>
              </a:rPr>
              <a:t>Needs cost-effective, modular, and eco-friendly solutions</a:t>
            </a:r>
          </a:p>
          <a:p>
            <a:pPr marL="425111" lvl="1" indent="-212556" algn="just">
              <a:lnSpc>
                <a:spcPts val="2756"/>
              </a:lnSpc>
              <a:spcBef>
                <a:spcPct val="0"/>
              </a:spcBef>
              <a:buFont typeface="Arial"/>
              <a:buChar char="•"/>
            </a:pPr>
            <a:r>
              <a:rPr lang="en-US" sz="1969">
                <a:solidFill>
                  <a:srgbClr val="403C38"/>
                </a:solidFill>
                <a:latin typeface="Times New Roman"/>
                <a:ea typeface="Times New Roman"/>
                <a:cs typeface="Times New Roman"/>
                <a:sym typeface="Times New Roman"/>
              </a:rPr>
              <a:t>Wants better hive health and harvesting efficiency during monsoons</a:t>
            </a:r>
          </a:p>
          <a:p>
            <a:pPr marL="425111" lvl="1" indent="-212556" algn="just">
              <a:lnSpc>
                <a:spcPts val="2756"/>
              </a:lnSpc>
              <a:spcBef>
                <a:spcPct val="0"/>
              </a:spcBef>
              <a:buFont typeface="Arial"/>
              <a:buChar char="•"/>
            </a:pPr>
            <a:r>
              <a:rPr lang="en-US" sz="1969">
                <a:solidFill>
                  <a:srgbClr val="403C38"/>
                </a:solidFill>
                <a:latin typeface="Times New Roman"/>
                <a:ea typeface="Times New Roman"/>
                <a:cs typeface="Times New Roman"/>
                <a:sym typeface="Times New Roman"/>
              </a:rPr>
              <a:t>Prefers external feeding systems for large-scale use</a:t>
            </a:r>
          </a:p>
          <a:p>
            <a:pPr marL="425111" lvl="1" indent="-212556" algn="just">
              <a:lnSpc>
                <a:spcPts val="2756"/>
              </a:lnSpc>
              <a:spcBef>
                <a:spcPct val="0"/>
              </a:spcBef>
              <a:buFont typeface="Arial"/>
              <a:buChar char="•"/>
            </a:pPr>
            <a:r>
              <a:rPr lang="en-US" sz="1969">
                <a:solidFill>
                  <a:srgbClr val="403C38"/>
                </a:solidFill>
                <a:latin typeface="Times New Roman"/>
                <a:ea typeface="Times New Roman"/>
                <a:cs typeface="Times New Roman"/>
                <a:sym typeface="Times New Roman"/>
              </a:rPr>
              <a:t>Natural materials over plastic to maintain honey quality</a:t>
            </a:r>
          </a:p>
          <a:p>
            <a:pPr algn="just">
              <a:lnSpc>
                <a:spcPts val="2756"/>
              </a:lnSpc>
              <a:spcBef>
                <a:spcPct val="0"/>
              </a:spcBef>
            </a:pPr>
            <a:endParaRPr lang="en-US" sz="1969">
              <a:solidFill>
                <a:srgbClr val="403C38"/>
              </a:solidFill>
              <a:latin typeface="Times New Roman"/>
              <a:ea typeface="Times New Roman"/>
              <a:cs typeface="Times New Roman"/>
              <a:sym typeface="Times New Roman"/>
            </a:endParaRPr>
          </a:p>
        </p:txBody>
      </p:sp>
      <p:sp>
        <p:nvSpPr>
          <p:cNvPr id="13" name="TextBox 13"/>
          <p:cNvSpPr txBox="1"/>
          <p:nvPr/>
        </p:nvSpPr>
        <p:spPr>
          <a:xfrm>
            <a:off x="517499" y="7969480"/>
            <a:ext cx="2473643" cy="567098"/>
          </a:xfrm>
          <a:prstGeom prst="rect">
            <a:avLst/>
          </a:prstGeom>
        </p:spPr>
        <p:txBody>
          <a:bodyPr lIns="0" tIns="0" rIns="0" bIns="0" rtlCol="0" anchor="t">
            <a:spAutoFit/>
          </a:bodyPr>
          <a:lstStyle/>
          <a:p>
            <a:pPr algn="ctr">
              <a:lnSpc>
                <a:spcPts val="4442"/>
              </a:lnSpc>
              <a:spcBef>
                <a:spcPct val="0"/>
              </a:spcBef>
            </a:pPr>
            <a:r>
              <a:rPr lang="en-US" sz="3173" b="1">
                <a:solidFill>
                  <a:srgbClr val="403C38"/>
                </a:solidFill>
                <a:latin typeface="Times New Roman Bold"/>
                <a:ea typeface="Times New Roman Bold"/>
                <a:cs typeface="Times New Roman Bold"/>
                <a:sym typeface="Times New Roman Bold"/>
              </a:rPr>
              <a:t>Harsha Hegde</a:t>
            </a:r>
          </a:p>
        </p:txBody>
      </p:sp>
      <p:sp>
        <p:nvSpPr>
          <p:cNvPr id="14" name="TextBox 14"/>
          <p:cNvSpPr txBox="1"/>
          <p:nvPr/>
        </p:nvSpPr>
        <p:spPr>
          <a:xfrm>
            <a:off x="3942228" y="6679331"/>
            <a:ext cx="7259904" cy="1857247"/>
          </a:xfrm>
          <a:prstGeom prst="rect">
            <a:avLst/>
          </a:prstGeom>
        </p:spPr>
        <p:txBody>
          <a:bodyPr lIns="0" tIns="0" rIns="0" bIns="0" rtlCol="0" anchor="t">
            <a:spAutoFit/>
          </a:bodyPr>
          <a:lstStyle/>
          <a:p>
            <a:pPr marL="468450" lvl="1" indent="-234225" algn="just">
              <a:lnSpc>
                <a:spcPts val="3037"/>
              </a:lnSpc>
              <a:spcBef>
                <a:spcPct val="0"/>
              </a:spcBef>
              <a:buFont typeface="Arial"/>
              <a:buChar char="•"/>
            </a:pPr>
            <a:r>
              <a:rPr lang="en-US" sz="2169">
                <a:solidFill>
                  <a:srgbClr val="403C38"/>
                </a:solidFill>
                <a:latin typeface="Times New Roman"/>
                <a:ea typeface="Times New Roman"/>
                <a:cs typeface="Times New Roman"/>
                <a:sym typeface="Times New Roman"/>
              </a:rPr>
              <a:t>Faces climate-related hive loss and low profits</a:t>
            </a:r>
          </a:p>
          <a:p>
            <a:pPr marL="468450" lvl="1" indent="-234225" algn="just">
              <a:lnSpc>
                <a:spcPts val="3037"/>
              </a:lnSpc>
              <a:spcBef>
                <a:spcPct val="0"/>
              </a:spcBef>
              <a:buFont typeface="Arial"/>
              <a:buChar char="•"/>
            </a:pPr>
            <a:r>
              <a:rPr lang="en-US" sz="2169">
                <a:solidFill>
                  <a:srgbClr val="403C38"/>
                </a:solidFill>
                <a:latin typeface="Times New Roman"/>
                <a:ea typeface="Times New Roman"/>
                <a:cs typeface="Times New Roman"/>
                <a:sym typeface="Times New Roman"/>
              </a:rPr>
              <a:t>Lacks maintenance knowledge and technical support</a:t>
            </a:r>
          </a:p>
          <a:p>
            <a:pPr marL="468450" lvl="1" indent="-234225" algn="just">
              <a:lnSpc>
                <a:spcPts val="3037"/>
              </a:lnSpc>
              <a:spcBef>
                <a:spcPct val="0"/>
              </a:spcBef>
              <a:buFont typeface="Arial"/>
              <a:buChar char="•"/>
            </a:pPr>
            <a:r>
              <a:rPr lang="en-US" sz="2169">
                <a:solidFill>
                  <a:srgbClr val="403C38"/>
                </a:solidFill>
                <a:latin typeface="Times New Roman"/>
                <a:ea typeface="Times New Roman"/>
                <a:cs typeface="Times New Roman"/>
                <a:sym typeface="Times New Roman"/>
              </a:rPr>
              <a:t>Wants affordable, practical innovations</a:t>
            </a:r>
          </a:p>
          <a:p>
            <a:pPr marL="468450" lvl="1" indent="-234225" algn="just">
              <a:lnSpc>
                <a:spcPts val="3037"/>
              </a:lnSpc>
              <a:spcBef>
                <a:spcPct val="0"/>
              </a:spcBef>
              <a:buFont typeface="Arial"/>
              <a:buChar char="•"/>
            </a:pPr>
            <a:r>
              <a:rPr lang="en-US" sz="2169">
                <a:solidFill>
                  <a:srgbClr val="403C38"/>
                </a:solidFill>
                <a:latin typeface="Times New Roman"/>
                <a:ea typeface="Times New Roman"/>
                <a:cs typeface="Times New Roman"/>
                <a:sym typeface="Times New Roman"/>
              </a:rPr>
              <a:t>Prefers value-added bee products over expensive automation</a:t>
            </a:r>
          </a:p>
          <a:p>
            <a:pPr algn="just">
              <a:lnSpc>
                <a:spcPts val="3037"/>
              </a:lnSpc>
              <a:spcBef>
                <a:spcPct val="0"/>
              </a:spcBef>
            </a:pPr>
            <a:endParaRPr lang="en-US" sz="2169">
              <a:solidFill>
                <a:srgbClr val="403C38"/>
              </a:solidFill>
              <a:latin typeface="Times New Roman"/>
              <a:ea typeface="Times New Roman"/>
              <a:cs typeface="Times New Roman"/>
              <a:sym typeface="Times New Roman"/>
            </a:endParaRPr>
          </a:p>
        </p:txBody>
      </p:sp>
      <p:sp>
        <p:nvSpPr>
          <p:cNvPr id="15" name="TextBox 15"/>
          <p:cNvSpPr txBox="1"/>
          <p:nvPr/>
        </p:nvSpPr>
        <p:spPr>
          <a:xfrm>
            <a:off x="689783" y="4595026"/>
            <a:ext cx="2040969" cy="468037"/>
          </a:xfrm>
          <a:prstGeom prst="rect">
            <a:avLst/>
          </a:prstGeom>
        </p:spPr>
        <p:txBody>
          <a:bodyPr lIns="0" tIns="0" rIns="0" bIns="0" rtlCol="0" anchor="t">
            <a:spAutoFit/>
          </a:bodyPr>
          <a:lstStyle/>
          <a:p>
            <a:pPr algn="ctr">
              <a:lnSpc>
                <a:spcPts val="3602"/>
              </a:lnSpc>
              <a:spcBef>
                <a:spcPct val="0"/>
              </a:spcBef>
            </a:pPr>
            <a:r>
              <a:rPr lang="en-US" sz="2573">
                <a:solidFill>
                  <a:srgbClr val="403C38"/>
                </a:solidFill>
                <a:latin typeface="Times New Roman"/>
                <a:ea typeface="Times New Roman"/>
                <a:cs typeface="Times New Roman"/>
                <a:sym typeface="Times New Roman"/>
              </a:rPr>
              <a:t>Bee Researcher</a:t>
            </a:r>
          </a:p>
        </p:txBody>
      </p:sp>
      <p:sp>
        <p:nvSpPr>
          <p:cNvPr id="16" name="TextBox 16"/>
          <p:cNvSpPr txBox="1"/>
          <p:nvPr/>
        </p:nvSpPr>
        <p:spPr>
          <a:xfrm>
            <a:off x="435644" y="8479428"/>
            <a:ext cx="2549247" cy="925237"/>
          </a:xfrm>
          <a:prstGeom prst="rect">
            <a:avLst/>
          </a:prstGeom>
        </p:spPr>
        <p:txBody>
          <a:bodyPr lIns="0" tIns="0" rIns="0" bIns="0" rtlCol="0" anchor="t">
            <a:spAutoFit/>
          </a:bodyPr>
          <a:lstStyle/>
          <a:p>
            <a:pPr algn="ctr">
              <a:lnSpc>
                <a:spcPts val="3602"/>
              </a:lnSpc>
            </a:pPr>
            <a:r>
              <a:rPr lang="en-US" sz="2573">
                <a:solidFill>
                  <a:srgbClr val="403C38"/>
                </a:solidFill>
                <a:latin typeface="Times New Roman"/>
                <a:ea typeface="Times New Roman"/>
                <a:cs typeface="Times New Roman"/>
                <a:sym typeface="Times New Roman"/>
              </a:rPr>
              <a:t>Bee Society </a:t>
            </a:r>
          </a:p>
          <a:p>
            <a:pPr algn="ctr">
              <a:lnSpc>
                <a:spcPts val="3602"/>
              </a:lnSpc>
              <a:spcBef>
                <a:spcPct val="0"/>
              </a:spcBef>
            </a:pPr>
            <a:r>
              <a:rPr lang="en-US" sz="2573">
                <a:solidFill>
                  <a:srgbClr val="403C38"/>
                </a:solidFill>
                <a:latin typeface="Times New Roman"/>
                <a:ea typeface="Times New Roman"/>
                <a:cs typeface="Times New Roman"/>
                <a:sym typeface="Times New Roman"/>
              </a:rPr>
              <a:t>Executive Manager</a:t>
            </a:r>
          </a:p>
        </p:txBody>
      </p:sp>
      <p:sp>
        <p:nvSpPr>
          <p:cNvPr id="17" name="Freeform 17"/>
          <p:cNvSpPr/>
          <p:nvPr/>
        </p:nvSpPr>
        <p:spPr>
          <a:xfrm>
            <a:off x="11854964" y="5720274"/>
            <a:ext cx="5856297" cy="3259873"/>
          </a:xfrm>
          <a:custGeom>
            <a:avLst/>
            <a:gdLst/>
            <a:ahLst/>
            <a:cxnLst/>
            <a:rect l="l" t="t" r="r" b="b"/>
            <a:pathLst>
              <a:path w="5856297" h="3259873">
                <a:moveTo>
                  <a:pt x="0" y="0"/>
                </a:moveTo>
                <a:lnTo>
                  <a:pt x="5856297" y="0"/>
                </a:lnTo>
                <a:lnTo>
                  <a:pt x="5856297" y="3259872"/>
                </a:lnTo>
                <a:lnTo>
                  <a:pt x="0" y="3259872"/>
                </a:lnTo>
                <a:lnTo>
                  <a:pt x="0" y="0"/>
                </a:lnTo>
                <a:close/>
              </a:path>
            </a:pathLst>
          </a:custGeom>
          <a:blipFill>
            <a:blip r:embed="rId7"/>
            <a:stretch>
              <a:fillRect t="-8392" r="-7984"/>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909685" y="6413255"/>
            <a:ext cx="4756630" cy="3873745"/>
          </a:xfrm>
          <a:custGeom>
            <a:avLst/>
            <a:gdLst/>
            <a:ahLst/>
            <a:cxnLst/>
            <a:rect l="l" t="t" r="r" b="b"/>
            <a:pathLst>
              <a:path w="4756630" h="3873745">
                <a:moveTo>
                  <a:pt x="0" y="0"/>
                </a:moveTo>
                <a:lnTo>
                  <a:pt x="4756630" y="0"/>
                </a:lnTo>
                <a:lnTo>
                  <a:pt x="4756630" y="3873745"/>
                </a:lnTo>
                <a:lnTo>
                  <a:pt x="0" y="3873745"/>
                </a:lnTo>
                <a:lnTo>
                  <a:pt x="0" y="0"/>
                </a:lnTo>
                <a:close/>
              </a:path>
            </a:pathLst>
          </a:custGeom>
          <a:blipFill>
            <a:blip r:embed="rId2"/>
            <a:stretch>
              <a:fillRect/>
            </a:stretch>
          </a:blipFill>
        </p:spPr>
      </p:sp>
      <p:sp>
        <p:nvSpPr>
          <p:cNvPr id="3" name="Freeform 3"/>
          <p:cNvSpPr/>
          <p:nvPr/>
        </p:nvSpPr>
        <p:spPr>
          <a:xfrm>
            <a:off x="1018852" y="757687"/>
            <a:ext cx="1251244" cy="1416850"/>
          </a:xfrm>
          <a:custGeom>
            <a:avLst/>
            <a:gdLst/>
            <a:ahLst/>
            <a:cxnLst/>
            <a:rect l="l" t="t" r="r" b="b"/>
            <a:pathLst>
              <a:path w="1251244" h="1416850">
                <a:moveTo>
                  <a:pt x="0" y="0"/>
                </a:moveTo>
                <a:lnTo>
                  <a:pt x="1251244" y="0"/>
                </a:lnTo>
                <a:lnTo>
                  <a:pt x="1251244" y="1416850"/>
                </a:lnTo>
                <a:lnTo>
                  <a:pt x="0" y="1416850"/>
                </a:lnTo>
                <a:lnTo>
                  <a:pt x="0" y="0"/>
                </a:lnTo>
                <a:close/>
              </a:path>
            </a:pathLst>
          </a:custGeom>
          <a:blipFill>
            <a:blip r:embed="rId3"/>
            <a:stretch>
              <a:fillRect/>
            </a:stretch>
          </a:blipFill>
        </p:spPr>
      </p:sp>
      <p:sp>
        <p:nvSpPr>
          <p:cNvPr id="4" name="Freeform 4"/>
          <p:cNvSpPr/>
          <p:nvPr/>
        </p:nvSpPr>
        <p:spPr>
          <a:xfrm>
            <a:off x="897621" y="3122395"/>
            <a:ext cx="1713398" cy="841707"/>
          </a:xfrm>
          <a:custGeom>
            <a:avLst/>
            <a:gdLst/>
            <a:ahLst/>
            <a:cxnLst/>
            <a:rect l="l" t="t" r="r" b="b"/>
            <a:pathLst>
              <a:path w="1713398" h="841707">
                <a:moveTo>
                  <a:pt x="0" y="0"/>
                </a:moveTo>
                <a:lnTo>
                  <a:pt x="1713399" y="0"/>
                </a:lnTo>
                <a:lnTo>
                  <a:pt x="1713399" y="841706"/>
                </a:lnTo>
                <a:lnTo>
                  <a:pt x="0" y="84170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3247159" y="1998378"/>
            <a:ext cx="9107684" cy="3916304"/>
          </a:xfrm>
          <a:custGeom>
            <a:avLst/>
            <a:gdLst/>
            <a:ahLst/>
            <a:cxnLst/>
            <a:rect l="l" t="t" r="r" b="b"/>
            <a:pathLst>
              <a:path w="9107684" h="3916304">
                <a:moveTo>
                  <a:pt x="0" y="0"/>
                </a:moveTo>
                <a:lnTo>
                  <a:pt x="9107684" y="0"/>
                </a:lnTo>
                <a:lnTo>
                  <a:pt x="9107684" y="3916304"/>
                </a:lnTo>
                <a:lnTo>
                  <a:pt x="0" y="39163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2565383" y="1298910"/>
            <a:ext cx="4955804" cy="6233073"/>
          </a:xfrm>
          <a:custGeom>
            <a:avLst/>
            <a:gdLst/>
            <a:ahLst/>
            <a:cxnLst/>
            <a:rect l="l" t="t" r="r" b="b"/>
            <a:pathLst>
              <a:path w="4955804" h="6233073">
                <a:moveTo>
                  <a:pt x="0" y="0"/>
                </a:moveTo>
                <a:lnTo>
                  <a:pt x="4955805" y="0"/>
                </a:lnTo>
                <a:lnTo>
                  <a:pt x="4955805" y="6233074"/>
                </a:lnTo>
                <a:lnTo>
                  <a:pt x="0" y="6233074"/>
                </a:lnTo>
                <a:lnTo>
                  <a:pt x="0" y="0"/>
                </a:lnTo>
                <a:close/>
              </a:path>
            </a:pathLst>
          </a:custGeom>
          <a:blipFill>
            <a:blip r:embed="rId6"/>
            <a:stretch>
              <a:fillRect/>
            </a:stretch>
          </a:blipFill>
        </p:spPr>
      </p:sp>
      <p:sp>
        <p:nvSpPr>
          <p:cNvPr id="7" name="Freeform 7"/>
          <p:cNvSpPr/>
          <p:nvPr/>
        </p:nvSpPr>
        <p:spPr>
          <a:xfrm>
            <a:off x="5345162" y="5651523"/>
            <a:ext cx="6140280" cy="3760921"/>
          </a:xfrm>
          <a:custGeom>
            <a:avLst/>
            <a:gdLst/>
            <a:ahLst/>
            <a:cxnLst/>
            <a:rect l="l" t="t" r="r" b="b"/>
            <a:pathLst>
              <a:path w="6140280" h="3760921">
                <a:moveTo>
                  <a:pt x="0" y="0"/>
                </a:moveTo>
                <a:lnTo>
                  <a:pt x="6140280" y="0"/>
                </a:lnTo>
                <a:lnTo>
                  <a:pt x="6140280" y="3760921"/>
                </a:lnTo>
                <a:lnTo>
                  <a:pt x="0" y="3760921"/>
                </a:lnTo>
                <a:lnTo>
                  <a:pt x="0" y="0"/>
                </a:lnTo>
                <a:close/>
              </a:path>
            </a:pathLst>
          </a:custGeom>
          <a:blipFill>
            <a:blip r:embed="rId7"/>
            <a:stretch>
              <a:fillRect/>
            </a:stretch>
          </a:blipFill>
        </p:spPr>
      </p:sp>
      <p:sp>
        <p:nvSpPr>
          <p:cNvPr id="8" name="TextBox 8"/>
          <p:cNvSpPr txBox="1"/>
          <p:nvPr/>
        </p:nvSpPr>
        <p:spPr>
          <a:xfrm>
            <a:off x="2611020" y="542187"/>
            <a:ext cx="5646028" cy="1743075"/>
          </a:xfrm>
          <a:prstGeom prst="rect">
            <a:avLst/>
          </a:prstGeom>
        </p:spPr>
        <p:txBody>
          <a:bodyPr lIns="0" tIns="0" rIns="0" bIns="0" rtlCol="0" anchor="t">
            <a:spAutoFit/>
          </a:bodyPr>
          <a:lstStyle/>
          <a:p>
            <a:pPr marL="0" lvl="0" indent="0" algn="l">
              <a:lnSpc>
                <a:spcPts val="6480"/>
              </a:lnSpc>
            </a:pPr>
            <a:r>
              <a:rPr lang="en-US" sz="5400">
                <a:solidFill>
                  <a:srgbClr val="403C38"/>
                </a:solidFill>
                <a:latin typeface="Bugaki"/>
                <a:ea typeface="Bugaki"/>
                <a:cs typeface="Bugaki"/>
                <a:sym typeface="Bugaki"/>
              </a:rPr>
              <a:t>Survey Snapshot</a:t>
            </a:r>
          </a:p>
        </p:txBody>
      </p:sp>
      <p:sp>
        <p:nvSpPr>
          <p:cNvPr id="9" name="TextBox 9"/>
          <p:cNvSpPr txBox="1"/>
          <p:nvPr/>
        </p:nvSpPr>
        <p:spPr>
          <a:xfrm>
            <a:off x="853077" y="4089036"/>
            <a:ext cx="2271123" cy="518604"/>
          </a:xfrm>
          <a:prstGeom prst="rect">
            <a:avLst/>
          </a:prstGeom>
        </p:spPr>
        <p:txBody>
          <a:bodyPr wrap="square" lIns="0" tIns="0" rIns="0" bIns="0" rtlCol="0" anchor="t">
            <a:spAutoFit/>
          </a:bodyPr>
          <a:lstStyle/>
          <a:p>
            <a:pPr algn="ctr">
              <a:lnSpc>
                <a:spcPts val="4442"/>
              </a:lnSpc>
              <a:spcBef>
                <a:spcPct val="0"/>
              </a:spcBef>
            </a:pPr>
            <a:r>
              <a:rPr lang="en-US" sz="3173" b="1" dirty="0">
                <a:solidFill>
                  <a:srgbClr val="403C38"/>
                </a:solidFill>
                <a:latin typeface="Times New Roman Bold"/>
                <a:ea typeface="Times New Roman Bold"/>
                <a:cs typeface="Times New Roman Bold"/>
                <a:sym typeface="Times New Roman Bold"/>
              </a:rPr>
              <a:t>Ullas Naik</a:t>
            </a:r>
          </a:p>
        </p:txBody>
      </p:sp>
      <p:sp>
        <p:nvSpPr>
          <p:cNvPr id="10" name="TextBox 10"/>
          <p:cNvSpPr txBox="1"/>
          <p:nvPr/>
        </p:nvSpPr>
        <p:spPr>
          <a:xfrm>
            <a:off x="766813" y="4607640"/>
            <a:ext cx="2118723" cy="518604"/>
          </a:xfrm>
          <a:prstGeom prst="rect">
            <a:avLst/>
          </a:prstGeom>
        </p:spPr>
        <p:txBody>
          <a:bodyPr wrap="square" lIns="0" tIns="0" rIns="0" bIns="0" rtlCol="0" anchor="t">
            <a:spAutoFit/>
          </a:bodyPr>
          <a:lstStyle/>
          <a:p>
            <a:pPr algn="ctr">
              <a:lnSpc>
                <a:spcPts val="4442"/>
              </a:lnSpc>
              <a:spcBef>
                <a:spcPct val="0"/>
              </a:spcBef>
            </a:pPr>
            <a:r>
              <a:rPr lang="en-US" sz="3173" dirty="0" err="1">
                <a:solidFill>
                  <a:srgbClr val="403C38"/>
                </a:solidFill>
                <a:latin typeface="Times New Roman"/>
                <a:ea typeface="Times New Roman"/>
                <a:cs typeface="Times New Roman"/>
                <a:sym typeface="Times New Roman"/>
              </a:rPr>
              <a:t>BeeKeeper</a:t>
            </a:r>
            <a:endParaRPr lang="en-US" sz="3173" dirty="0">
              <a:solidFill>
                <a:srgbClr val="403C38"/>
              </a:solidFill>
              <a:latin typeface="Times New Roman"/>
              <a:ea typeface="Times New Roman"/>
              <a:cs typeface="Times New Roman"/>
              <a:sym typeface="Times New Roman"/>
            </a:endParaRPr>
          </a:p>
        </p:txBody>
      </p:sp>
      <p:sp>
        <p:nvSpPr>
          <p:cNvPr id="11" name="TextBox 11"/>
          <p:cNvSpPr txBox="1"/>
          <p:nvPr/>
        </p:nvSpPr>
        <p:spPr>
          <a:xfrm>
            <a:off x="4116561" y="2739933"/>
            <a:ext cx="7368881" cy="1810043"/>
          </a:xfrm>
          <a:prstGeom prst="rect">
            <a:avLst/>
          </a:prstGeom>
        </p:spPr>
        <p:txBody>
          <a:bodyPr lIns="0" tIns="0" rIns="0" bIns="0" rtlCol="0" anchor="t">
            <a:spAutoFit/>
          </a:bodyPr>
          <a:lstStyle/>
          <a:p>
            <a:pPr marL="442413" lvl="1" indent="-221207" algn="l">
              <a:lnSpc>
                <a:spcPts val="2868"/>
              </a:lnSpc>
              <a:buFont typeface="Arial"/>
              <a:buChar char="•"/>
            </a:pPr>
            <a:r>
              <a:rPr lang="en-US" sz="2049">
                <a:solidFill>
                  <a:srgbClr val="403C38"/>
                </a:solidFill>
                <a:latin typeface="Times New Roman"/>
                <a:ea typeface="Times New Roman"/>
                <a:cs typeface="Times New Roman"/>
                <a:sym typeface="Times New Roman"/>
              </a:rPr>
              <a:t>Struggles with extreme heat, pest attacks, and hive disturbance during inspections</a:t>
            </a:r>
          </a:p>
          <a:p>
            <a:pPr marL="442413" lvl="1" indent="-221207" algn="l">
              <a:lnSpc>
                <a:spcPts val="2868"/>
              </a:lnSpc>
              <a:buFont typeface="Arial"/>
              <a:buChar char="•"/>
            </a:pPr>
            <a:r>
              <a:rPr lang="en-US" sz="2049">
                <a:solidFill>
                  <a:srgbClr val="403C38"/>
                </a:solidFill>
                <a:latin typeface="Times New Roman"/>
                <a:ea typeface="Times New Roman"/>
                <a:cs typeface="Times New Roman"/>
                <a:sym typeface="Times New Roman"/>
              </a:rPr>
              <a:t>Finds automated hive systems too expensive for Indian farmers</a:t>
            </a:r>
          </a:p>
          <a:p>
            <a:pPr marL="442413" lvl="1" indent="-221207" algn="l">
              <a:lnSpc>
                <a:spcPts val="2868"/>
              </a:lnSpc>
              <a:buFont typeface="Arial"/>
              <a:buChar char="•"/>
            </a:pPr>
            <a:r>
              <a:rPr lang="en-US" sz="2049">
                <a:solidFill>
                  <a:srgbClr val="403C38"/>
                </a:solidFill>
                <a:latin typeface="Times New Roman"/>
                <a:ea typeface="Times New Roman"/>
                <a:cs typeface="Times New Roman"/>
                <a:sym typeface="Times New Roman"/>
              </a:rPr>
              <a:t>Prefers shaded modular hive boxes</a:t>
            </a:r>
          </a:p>
          <a:p>
            <a:pPr marL="442413" lvl="1" indent="-221207" algn="l">
              <a:lnSpc>
                <a:spcPts val="2868"/>
              </a:lnSpc>
              <a:buFont typeface="Arial"/>
              <a:buChar char="•"/>
            </a:pPr>
            <a:r>
              <a:rPr lang="en-US" sz="2049">
                <a:solidFill>
                  <a:srgbClr val="403C38"/>
                </a:solidFill>
                <a:latin typeface="Times New Roman"/>
                <a:ea typeface="Times New Roman"/>
                <a:cs typeface="Times New Roman"/>
                <a:sym typeface="Times New Roman"/>
              </a:rPr>
              <a:t>Wants transparent inspection windows with protective dark covers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995199" y="979065"/>
            <a:ext cx="3036925" cy="2896177"/>
          </a:xfrm>
          <a:custGeom>
            <a:avLst/>
            <a:gdLst/>
            <a:ahLst/>
            <a:cxnLst/>
            <a:rect l="l" t="t" r="r" b="b"/>
            <a:pathLst>
              <a:path w="3036925" h="2896177">
                <a:moveTo>
                  <a:pt x="0" y="0"/>
                </a:moveTo>
                <a:lnTo>
                  <a:pt x="3036925" y="0"/>
                </a:lnTo>
                <a:lnTo>
                  <a:pt x="3036925" y="2896176"/>
                </a:lnTo>
                <a:lnTo>
                  <a:pt x="0" y="2896176"/>
                </a:lnTo>
                <a:lnTo>
                  <a:pt x="0" y="0"/>
                </a:lnTo>
                <a:close/>
              </a:path>
            </a:pathLst>
          </a:custGeom>
          <a:blipFill>
            <a:blip r:embed="rId2"/>
            <a:stretch>
              <a:fillRect/>
            </a:stretch>
          </a:blipFill>
        </p:spPr>
      </p:sp>
      <p:sp>
        <p:nvSpPr>
          <p:cNvPr id="3" name="TextBox 3"/>
          <p:cNvSpPr txBox="1"/>
          <p:nvPr/>
        </p:nvSpPr>
        <p:spPr>
          <a:xfrm>
            <a:off x="-458946" y="641498"/>
            <a:ext cx="9233692" cy="1785655"/>
          </a:xfrm>
          <a:prstGeom prst="rect">
            <a:avLst/>
          </a:prstGeom>
        </p:spPr>
        <p:txBody>
          <a:bodyPr lIns="0" tIns="0" rIns="0" bIns="0" rtlCol="0" anchor="t">
            <a:spAutoFit/>
          </a:bodyPr>
          <a:lstStyle/>
          <a:p>
            <a:pPr marL="0" lvl="0" indent="0" algn="ctr">
              <a:lnSpc>
                <a:spcPts val="4380"/>
              </a:lnSpc>
            </a:pPr>
            <a:r>
              <a:rPr lang="en-US" sz="4867">
                <a:solidFill>
                  <a:srgbClr val="403C38"/>
                </a:solidFill>
                <a:latin typeface="Bugaki"/>
                <a:ea typeface="Bugaki"/>
                <a:cs typeface="Bugaki"/>
                <a:sym typeface="Bugaki"/>
              </a:rPr>
              <a:t>Empathy Map: Understanding the Beekeeper</a:t>
            </a:r>
          </a:p>
        </p:txBody>
      </p:sp>
      <p:grpSp>
        <p:nvGrpSpPr>
          <p:cNvPr id="4" name="Group 4"/>
          <p:cNvGrpSpPr/>
          <p:nvPr/>
        </p:nvGrpSpPr>
        <p:grpSpPr>
          <a:xfrm>
            <a:off x="2084017" y="2670026"/>
            <a:ext cx="6833618" cy="2918491"/>
            <a:chOff x="0" y="0"/>
            <a:chExt cx="1799801" cy="768656"/>
          </a:xfrm>
        </p:grpSpPr>
        <p:sp>
          <p:nvSpPr>
            <p:cNvPr id="5" name="Freeform 5"/>
            <p:cNvSpPr/>
            <p:nvPr/>
          </p:nvSpPr>
          <p:spPr>
            <a:xfrm>
              <a:off x="0" y="0"/>
              <a:ext cx="1799801" cy="768656"/>
            </a:xfrm>
            <a:custGeom>
              <a:avLst/>
              <a:gdLst/>
              <a:ahLst/>
              <a:cxnLst/>
              <a:rect l="l" t="t" r="r" b="b"/>
              <a:pathLst>
                <a:path w="1799801" h="768656">
                  <a:moveTo>
                    <a:pt x="79304" y="0"/>
                  </a:moveTo>
                  <a:lnTo>
                    <a:pt x="1720497" y="0"/>
                  </a:lnTo>
                  <a:cubicBezTo>
                    <a:pt x="1764295" y="0"/>
                    <a:pt x="1799801" y="35506"/>
                    <a:pt x="1799801" y="79304"/>
                  </a:cubicBezTo>
                  <a:lnTo>
                    <a:pt x="1799801" y="689352"/>
                  </a:lnTo>
                  <a:cubicBezTo>
                    <a:pt x="1799801" y="733150"/>
                    <a:pt x="1764295" y="768656"/>
                    <a:pt x="1720497" y="768656"/>
                  </a:cubicBezTo>
                  <a:lnTo>
                    <a:pt x="79304" y="768656"/>
                  </a:lnTo>
                  <a:cubicBezTo>
                    <a:pt x="35506" y="768656"/>
                    <a:pt x="0" y="733150"/>
                    <a:pt x="0" y="689352"/>
                  </a:cubicBezTo>
                  <a:lnTo>
                    <a:pt x="0" y="79304"/>
                  </a:lnTo>
                  <a:cubicBezTo>
                    <a:pt x="0" y="35506"/>
                    <a:pt x="35506" y="0"/>
                    <a:pt x="79304" y="0"/>
                  </a:cubicBezTo>
                  <a:close/>
                </a:path>
              </a:pathLst>
            </a:custGeom>
            <a:solidFill>
              <a:srgbClr val="FFBD59"/>
            </a:solidFill>
          </p:spPr>
        </p:sp>
        <p:sp>
          <p:nvSpPr>
            <p:cNvPr id="6" name="TextBox 6"/>
            <p:cNvSpPr txBox="1"/>
            <p:nvPr/>
          </p:nvSpPr>
          <p:spPr>
            <a:xfrm>
              <a:off x="0" y="-57150"/>
              <a:ext cx="1799801" cy="825806"/>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7" name="Group 7"/>
          <p:cNvGrpSpPr/>
          <p:nvPr/>
        </p:nvGrpSpPr>
        <p:grpSpPr>
          <a:xfrm>
            <a:off x="9370365" y="2670026"/>
            <a:ext cx="6833618" cy="2918491"/>
            <a:chOff x="0" y="0"/>
            <a:chExt cx="1799801" cy="768656"/>
          </a:xfrm>
        </p:grpSpPr>
        <p:sp>
          <p:nvSpPr>
            <p:cNvPr id="8" name="Freeform 8"/>
            <p:cNvSpPr/>
            <p:nvPr/>
          </p:nvSpPr>
          <p:spPr>
            <a:xfrm>
              <a:off x="0" y="0"/>
              <a:ext cx="1799801" cy="768656"/>
            </a:xfrm>
            <a:custGeom>
              <a:avLst/>
              <a:gdLst/>
              <a:ahLst/>
              <a:cxnLst/>
              <a:rect l="l" t="t" r="r" b="b"/>
              <a:pathLst>
                <a:path w="1799801" h="768656">
                  <a:moveTo>
                    <a:pt x="79304" y="0"/>
                  </a:moveTo>
                  <a:lnTo>
                    <a:pt x="1720497" y="0"/>
                  </a:lnTo>
                  <a:cubicBezTo>
                    <a:pt x="1764295" y="0"/>
                    <a:pt x="1799801" y="35506"/>
                    <a:pt x="1799801" y="79304"/>
                  </a:cubicBezTo>
                  <a:lnTo>
                    <a:pt x="1799801" y="689352"/>
                  </a:lnTo>
                  <a:cubicBezTo>
                    <a:pt x="1799801" y="733150"/>
                    <a:pt x="1764295" y="768656"/>
                    <a:pt x="1720497" y="768656"/>
                  </a:cubicBezTo>
                  <a:lnTo>
                    <a:pt x="79304" y="768656"/>
                  </a:lnTo>
                  <a:cubicBezTo>
                    <a:pt x="35506" y="768656"/>
                    <a:pt x="0" y="733150"/>
                    <a:pt x="0" y="689352"/>
                  </a:cubicBezTo>
                  <a:lnTo>
                    <a:pt x="0" y="79304"/>
                  </a:lnTo>
                  <a:cubicBezTo>
                    <a:pt x="0" y="35506"/>
                    <a:pt x="35506" y="0"/>
                    <a:pt x="79304" y="0"/>
                  </a:cubicBezTo>
                  <a:close/>
                </a:path>
              </a:pathLst>
            </a:custGeom>
            <a:solidFill>
              <a:srgbClr val="EFB73F"/>
            </a:solidFill>
          </p:spPr>
        </p:sp>
        <p:sp>
          <p:nvSpPr>
            <p:cNvPr id="9" name="TextBox 9"/>
            <p:cNvSpPr txBox="1"/>
            <p:nvPr/>
          </p:nvSpPr>
          <p:spPr>
            <a:xfrm>
              <a:off x="0" y="-57150"/>
              <a:ext cx="1799801" cy="825806"/>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0" name="Group 10"/>
          <p:cNvGrpSpPr/>
          <p:nvPr/>
        </p:nvGrpSpPr>
        <p:grpSpPr>
          <a:xfrm>
            <a:off x="2084017" y="5992764"/>
            <a:ext cx="6833618" cy="2918491"/>
            <a:chOff x="0" y="0"/>
            <a:chExt cx="1799801" cy="768656"/>
          </a:xfrm>
        </p:grpSpPr>
        <p:sp>
          <p:nvSpPr>
            <p:cNvPr id="11" name="Freeform 11"/>
            <p:cNvSpPr/>
            <p:nvPr/>
          </p:nvSpPr>
          <p:spPr>
            <a:xfrm>
              <a:off x="0" y="0"/>
              <a:ext cx="1799801" cy="768656"/>
            </a:xfrm>
            <a:custGeom>
              <a:avLst/>
              <a:gdLst/>
              <a:ahLst/>
              <a:cxnLst/>
              <a:rect l="l" t="t" r="r" b="b"/>
              <a:pathLst>
                <a:path w="1799801" h="768656">
                  <a:moveTo>
                    <a:pt x="79304" y="0"/>
                  </a:moveTo>
                  <a:lnTo>
                    <a:pt x="1720497" y="0"/>
                  </a:lnTo>
                  <a:cubicBezTo>
                    <a:pt x="1764295" y="0"/>
                    <a:pt x="1799801" y="35506"/>
                    <a:pt x="1799801" y="79304"/>
                  </a:cubicBezTo>
                  <a:lnTo>
                    <a:pt x="1799801" y="689352"/>
                  </a:lnTo>
                  <a:cubicBezTo>
                    <a:pt x="1799801" y="733150"/>
                    <a:pt x="1764295" y="768656"/>
                    <a:pt x="1720497" y="768656"/>
                  </a:cubicBezTo>
                  <a:lnTo>
                    <a:pt x="79304" y="768656"/>
                  </a:lnTo>
                  <a:cubicBezTo>
                    <a:pt x="35506" y="768656"/>
                    <a:pt x="0" y="733150"/>
                    <a:pt x="0" y="689352"/>
                  </a:cubicBezTo>
                  <a:lnTo>
                    <a:pt x="0" y="79304"/>
                  </a:lnTo>
                  <a:cubicBezTo>
                    <a:pt x="0" y="35506"/>
                    <a:pt x="35506" y="0"/>
                    <a:pt x="79304" y="0"/>
                  </a:cubicBezTo>
                  <a:close/>
                </a:path>
              </a:pathLst>
            </a:custGeom>
            <a:solidFill>
              <a:srgbClr val="EFB73F"/>
            </a:solidFill>
          </p:spPr>
        </p:sp>
        <p:sp>
          <p:nvSpPr>
            <p:cNvPr id="12" name="TextBox 12"/>
            <p:cNvSpPr txBox="1"/>
            <p:nvPr/>
          </p:nvSpPr>
          <p:spPr>
            <a:xfrm>
              <a:off x="0" y="-57150"/>
              <a:ext cx="1799801" cy="825806"/>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3" name="Group 13"/>
          <p:cNvGrpSpPr/>
          <p:nvPr/>
        </p:nvGrpSpPr>
        <p:grpSpPr>
          <a:xfrm>
            <a:off x="9370365" y="5992764"/>
            <a:ext cx="6833618" cy="2918491"/>
            <a:chOff x="0" y="0"/>
            <a:chExt cx="1799801" cy="768656"/>
          </a:xfrm>
        </p:grpSpPr>
        <p:sp>
          <p:nvSpPr>
            <p:cNvPr id="14" name="Freeform 14"/>
            <p:cNvSpPr/>
            <p:nvPr/>
          </p:nvSpPr>
          <p:spPr>
            <a:xfrm>
              <a:off x="0" y="0"/>
              <a:ext cx="1799801" cy="768656"/>
            </a:xfrm>
            <a:custGeom>
              <a:avLst/>
              <a:gdLst/>
              <a:ahLst/>
              <a:cxnLst/>
              <a:rect l="l" t="t" r="r" b="b"/>
              <a:pathLst>
                <a:path w="1799801" h="768656">
                  <a:moveTo>
                    <a:pt x="79304" y="0"/>
                  </a:moveTo>
                  <a:lnTo>
                    <a:pt x="1720497" y="0"/>
                  </a:lnTo>
                  <a:cubicBezTo>
                    <a:pt x="1764295" y="0"/>
                    <a:pt x="1799801" y="35506"/>
                    <a:pt x="1799801" y="79304"/>
                  </a:cubicBezTo>
                  <a:lnTo>
                    <a:pt x="1799801" y="689352"/>
                  </a:lnTo>
                  <a:cubicBezTo>
                    <a:pt x="1799801" y="733150"/>
                    <a:pt x="1764295" y="768656"/>
                    <a:pt x="1720497" y="768656"/>
                  </a:cubicBezTo>
                  <a:lnTo>
                    <a:pt x="79304" y="768656"/>
                  </a:lnTo>
                  <a:cubicBezTo>
                    <a:pt x="35506" y="768656"/>
                    <a:pt x="0" y="733150"/>
                    <a:pt x="0" y="689352"/>
                  </a:cubicBezTo>
                  <a:lnTo>
                    <a:pt x="0" y="79304"/>
                  </a:lnTo>
                  <a:cubicBezTo>
                    <a:pt x="0" y="35506"/>
                    <a:pt x="35506" y="0"/>
                    <a:pt x="79304" y="0"/>
                  </a:cubicBezTo>
                  <a:close/>
                </a:path>
              </a:pathLst>
            </a:custGeom>
            <a:solidFill>
              <a:srgbClr val="FFBD59"/>
            </a:solidFill>
          </p:spPr>
        </p:sp>
        <p:sp>
          <p:nvSpPr>
            <p:cNvPr id="15" name="TextBox 15"/>
            <p:cNvSpPr txBox="1"/>
            <p:nvPr/>
          </p:nvSpPr>
          <p:spPr>
            <a:xfrm>
              <a:off x="0" y="-57150"/>
              <a:ext cx="1799801" cy="825806"/>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6" name="TextBox 16"/>
          <p:cNvSpPr txBox="1"/>
          <p:nvPr/>
        </p:nvSpPr>
        <p:spPr>
          <a:xfrm>
            <a:off x="2641928" y="2941327"/>
            <a:ext cx="5717797" cy="420957"/>
          </a:xfrm>
          <a:prstGeom prst="rect">
            <a:avLst/>
          </a:prstGeom>
        </p:spPr>
        <p:txBody>
          <a:bodyPr lIns="0" tIns="0" rIns="0" bIns="0" rtlCol="0" anchor="t">
            <a:spAutoFit/>
          </a:bodyPr>
          <a:lstStyle/>
          <a:p>
            <a:pPr marL="0" lvl="0" indent="0" algn="ctr">
              <a:lnSpc>
                <a:spcPts val="3057"/>
              </a:lnSpc>
            </a:pPr>
            <a:r>
              <a:rPr lang="en-US" sz="2997" b="1" dirty="0">
                <a:solidFill>
                  <a:srgbClr val="000000"/>
                </a:solidFill>
                <a:latin typeface="Times New Roman Bold"/>
                <a:ea typeface="Times New Roman Bold"/>
                <a:cs typeface="Times New Roman Bold"/>
                <a:sym typeface="Times New Roman Bold"/>
              </a:rPr>
              <a:t>SAYS</a:t>
            </a:r>
          </a:p>
        </p:txBody>
      </p:sp>
      <p:sp>
        <p:nvSpPr>
          <p:cNvPr id="17" name="TextBox 17"/>
          <p:cNvSpPr txBox="1"/>
          <p:nvPr/>
        </p:nvSpPr>
        <p:spPr>
          <a:xfrm>
            <a:off x="2641928" y="3696950"/>
            <a:ext cx="5717797" cy="1556901"/>
          </a:xfrm>
          <a:prstGeom prst="rect">
            <a:avLst/>
          </a:prstGeom>
        </p:spPr>
        <p:txBody>
          <a:bodyPr lIns="0" tIns="0" rIns="0" bIns="0" rtlCol="0" anchor="t">
            <a:spAutoFit/>
          </a:bodyPr>
          <a:lstStyle/>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"Opening the hive disturbs the bees too much"</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"I only check when something looks wrong"</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"Monsoon season is the hardest time"</a:t>
            </a:r>
          </a:p>
          <a:p>
            <a:pPr marL="0" lvl="0" indent="0" algn="just">
              <a:lnSpc>
                <a:spcPts val="3077"/>
              </a:lnSpc>
            </a:pPr>
            <a:endParaRPr lang="en-US" sz="2198" dirty="0">
              <a:solidFill>
                <a:srgbClr val="000000"/>
              </a:solidFill>
              <a:latin typeface="Times New Roman"/>
              <a:ea typeface="Times New Roman"/>
              <a:cs typeface="Times New Roman"/>
              <a:sym typeface="Times New Roman"/>
            </a:endParaRPr>
          </a:p>
        </p:txBody>
      </p:sp>
      <p:sp>
        <p:nvSpPr>
          <p:cNvPr id="18" name="TextBox 18"/>
          <p:cNvSpPr txBox="1"/>
          <p:nvPr/>
        </p:nvSpPr>
        <p:spPr>
          <a:xfrm>
            <a:off x="9928275" y="2893702"/>
            <a:ext cx="5717797" cy="420957"/>
          </a:xfrm>
          <a:prstGeom prst="rect">
            <a:avLst/>
          </a:prstGeom>
        </p:spPr>
        <p:txBody>
          <a:bodyPr lIns="0" tIns="0" rIns="0" bIns="0" rtlCol="0" anchor="t">
            <a:spAutoFit/>
          </a:bodyPr>
          <a:lstStyle/>
          <a:p>
            <a:pPr marL="0" lvl="0" indent="0" algn="ctr">
              <a:lnSpc>
                <a:spcPts val="3057"/>
              </a:lnSpc>
            </a:pPr>
            <a:r>
              <a:rPr lang="en-US" sz="2997" b="1">
                <a:solidFill>
                  <a:srgbClr val="000000"/>
                </a:solidFill>
                <a:latin typeface="Times New Roman Bold"/>
                <a:ea typeface="Times New Roman Bold"/>
                <a:cs typeface="Times New Roman Bold"/>
                <a:sym typeface="Times New Roman Bold"/>
              </a:rPr>
              <a:t>THINKS</a:t>
            </a:r>
          </a:p>
        </p:txBody>
      </p:sp>
      <p:sp>
        <p:nvSpPr>
          <p:cNvPr id="19" name="TextBox 19"/>
          <p:cNvSpPr txBox="1"/>
          <p:nvPr/>
        </p:nvSpPr>
        <p:spPr>
          <a:xfrm>
            <a:off x="9787932" y="3618208"/>
            <a:ext cx="6416050" cy="1556901"/>
          </a:xfrm>
          <a:prstGeom prst="rect">
            <a:avLst/>
          </a:prstGeom>
        </p:spPr>
        <p:txBody>
          <a:bodyPr lIns="0" tIns="0" rIns="0" bIns="0" rtlCol="0" anchor="t">
            <a:spAutoFit/>
          </a:bodyPr>
          <a:lstStyle/>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Fear of bee stings during inspection</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Worried about colony loss from climate and pests</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Doubts whether beekeeping is worth the effort</a:t>
            </a:r>
          </a:p>
          <a:p>
            <a:pPr marL="0" lvl="0" indent="0" algn="just">
              <a:lnSpc>
                <a:spcPts val="3077"/>
              </a:lnSpc>
            </a:pPr>
            <a:endParaRPr lang="en-US" sz="2198" dirty="0">
              <a:solidFill>
                <a:srgbClr val="000000"/>
              </a:solidFill>
              <a:latin typeface="Times New Roman"/>
              <a:ea typeface="Times New Roman"/>
              <a:cs typeface="Times New Roman"/>
              <a:sym typeface="Times New Roman"/>
            </a:endParaRPr>
          </a:p>
        </p:txBody>
      </p:sp>
      <p:sp>
        <p:nvSpPr>
          <p:cNvPr id="20" name="TextBox 20"/>
          <p:cNvSpPr txBox="1"/>
          <p:nvPr/>
        </p:nvSpPr>
        <p:spPr>
          <a:xfrm>
            <a:off x="9928275" y="6160291"/>
            <a:ext cx="5717797" cy="420957"/>
          </a:xfrm>
          <a:prstGeom prst="rect">
            <a:avLst/>
          </a:prstGeom>
        </p:spPr>
        <p:txBody>
          <a:bodyPr lIns="0" tIns="0" rIns="0" bIns="0" rtlCol="0" anchor="t">
            <a:spAutoFit/>
          </a:bodyPr>
          <a:lstStyle/>
          <a:p>
            <a:pPr marL="0" lvl="0" indent="0" algn="ctr">
              <a:lnSpc>
                <a:spcPts val="3057"/>
              </a:lnSpc>
            </a:pPr>
            <a:r>
              <a:rPr lang="en-US" sz="2997" b="1">
                <a:solidFill>
                  <a:srgbClr val="000000"/>
                </a:solidFill>
                <a:latin typeface="Times New Roman Bold"/>
                <a:ea typeface="Times New Roman Bold"/>
                <a:cs typeface="Times New Roman Bold"/>
                <a:sym typeface="Times New Roman Bold"/>
              </a:rPr>
              <a:t>FEEL</a:t>
            </a:r>
          </a:p>
        </p:txBody>
      </p:sp>
      <p:sp>
        <p:nvSpPr>
          <p:cNvPr id="21" name="TextBox 21"/>
          <p:cNvSpPr txBox="1"/>
          <p:nvPr/>
        </p:nvSpPr>
        <p:spPr>
          <a:xfrm>
            <a:off x="9641176" y="6934889"/>
            <a:ext cx="6709561" cy="1556901"/>
          </a:xfrm>
          <a:prstGeom prst="rect">
            <a:avLst/>
          </a:prstGeom>
        </p:spPr>
        <p:txBody>
          <a:bodyPr lIns="0" tIns="0" rIns="0" bIns="0" rtlCol="0" anchor="t">
            <a:spAutoFit/>
          </a:bodyPr>
          <a:lstStyle/>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Anxious during hive inspection</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Frustrated by low profits and high effort</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Overwhelmed by lack of technical support</a:t>
            </a:r>
          </a:p>
          <a:p>
            <a:pPr marL="0" lvl="0" indent="0" algn="just">
              <a:lnSpc>
                <a:spcPts val="3077"/>
              </a:lnSpc>
            </a:pPr>
            <a:endParaRPr lang="en-US" sz="2198" dirty="0">
              <a:solidFill>
                <a:srgbClr val="000000"/>
              </a:solidFill>
              <a:latin typeface="Times New Roman"/>
              <a:ea typeface="Times New Roman"/>
              <a:cs typeface="Times New Roman"/>
              <a:sym typeface="Times New Roman"/>
            </a:endParaRPr>
          </a:p>
        </p:txBody>
      </p:sp>
      <p:sp>
        <p:nvSpPr>
          <p:cNvPr id="22" name="TextBox 22"/>
          <p:cNvSpPr txBox="1"/>
          <p:nvPr/>
        </p:nvSpPr>
        <p:spPr>
          <a:xfrm>
            <a:off x="2641928" y="6160291"/>
            <a:ext cx="5717797" cy="420957"/>
          </a:xfrm>
          <a:prstGeom prst="rect">
            <a:avLst/>
          </a:prstGeom>
        </p:spPr>
        <p:txBody>
          <a:bodyPr lIns="0" tIns="0" rIns="0" bIns="0" rtlCol="0" anchor="t">
            <a:spAutoFit/>
          </a:bodyPr>
          <a:lstStyle/>
          <a:p>
            <a:pPr marL="0" lvl="0" indent="0" algn="ctr">
              <a:lnSpc>
                <a:spcPts val="3057"/>
              </a:lnSpc>
            </a:pPr>
            <a:r>
              <a:rPr lang="en-US" sz="2997" b="1">
                <a:solidFill>
                  <a:srgbClr val="000000"/>
                </a:solidFill>
                <a:latin typeface="Times New Roman Bold"/>
                <a:ea typeface="Times New Roman Bold"/>
                <a:cs typeface="Times New Roman Bold"/>
                <a:sym typeface="Times New Roman Bold"/>
              </a:rPr>
              <a:t>DOES</a:t>
            </a:r>
          </a:p>
        </p:txBody>
      </p:sp>
      <p:sp>
        <p:nvSpPr>
          <p:cNvPr id="23" name="TextBox 23"/>
          <p:cNvSpPr txBox="1"/>
          <p:nvPr/>
        </p:nvSpPr>
        <p:spPr>
          <a:xfrm>
            <a:off x="2434416" y="6798239"/>
            <a:ext cx="6132819" cy="1556901"/>
          </a:xfrm>
          <a:prstGeom prst="rect">
            <a:avLst/>
          </a:prstGeom>
        </p:spPr>
        <p:txBody>
          <a:bodyPr lIns="0" tIns="0" rIns="0" bIns="0" rtlCol="0" anchor="t">
            <a:spAutoFit/>
          </a:bodyPr>
          <a:lstStyle/>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Opens hive only when a visible problem occurs</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Uses traditional methods passed down informally</a:t>
            </a:r>
          </a:p>
          <a:p>
            <a:pPr marL="474649" lvl="1" indent="-237325" algn="just">
              <a:lnSpc>
                <a:spcPts val="3077"/>
              </a:lnSpc>
              <a:buFont typeface="Arial"/>
              <a:buChar char="•"/>
            </a:pPr>
            <a:r>
              <a:rPr lang="en-US" sz="2198" dirty="0">
                <a:solidFill>
                  <a:srgbClr val="000000"/>
                </a:solidFill>
                <a:latin typeface="Times New Roman"/>
                <a:ea typeface="Times New Roman"/>
                <a:cs typeface="Times New Roman"/>
                <a:sym typeface="Times New Roman"/>
              </a:rPr>
              <a:t>Avoids frequent inspections to reduce disturbance</a:t>
            </a:r>
          </a:p>
          <a:p>
            <a:pPr marL="0" lvl="0" indent="0" algn="just">
              <a:lnSpc>
                <a:spcPts val="3077"/>
              </a:lnSpc>
            </a:pPr>
            <a:endParaRPr lang="en-US" sz="2198"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58304" y="318181"/>
            <a:ext cx="11317675" cy="3305175"/>
          </a:xfrm>
          <a:prstGeom prst="rect">
            <a:avLst/>
          </a:prstGeom>
        </p:spPr>
        <p:txBody>
          <a:bodyPr lIns="0" tIns="0" rIns="0" bIns="0" rtlCol="0" anchor="t">
            <a:spAutoFit/>
          </a:bodyPr>
          <a:lstStyle/>
          <a:p>
            <a:pPr marL="0" lvl="0" indent="0" algn="l">
              <a:lnSpc>
                <a:spcPts val="12225"/>
              </a:lnSpc>
            </a:pPr>
            <a:r>
              <a:rPr lang="en-US" sz="10188">
                <a:solidFill>
                  <a:srgbClr val="403C38"/>
                </a:solidFill>
                <a:latin typeface="Bugaki"/>
                <a:ea typeface="Bugaki"/>
                <a:cs typeface="Bugaki"/>
                <a:sym typeface="Bugaki"/>
              </a:rPr>
              <a:t>Key User Needs &amp; Pain Points</a:t>
            </a:r>
          </a:p>
        </p:txBody>
      </p:sp>
      <p:sp>
        <p:nvSpPr>
          <p:cNvPr id="3" name="TextBox 3"/>
          <p:cNvSpPr txBox="1"/>
          <p:nvPr/>
        </p:nvSpPr>
        <p:spPr>
          <a:xfrm>
            <a:off x="1504497" y="4588511"/>
            <a:ext cx="5253121" cy="557419"/>
          </a:xfrm>
          <a:prstGeom prst="rect">
            <a:avLst/>
          </a:prstGeom>
        </p:spPr>
        <p:txBody>
          <a:bodyPr lIns="0" tIns="0" rIns="0" bIns="0" rtlCol="0" anchor="t">
            <a:spAutoFit/>
          </a:bodyPr>
          <a:lstStyle/>
          <a:p>
            <a:pPr marL="0" lvl="0" indent="0" algn="l">
              <a:lnSpc>
                <a:spcPts val="4670"/>
              </a:lnSpc>
            </a:pPr>
            <a:r>
              <a:rPr lang="en-US" sz="3335" b="1">
                <a:solidFill>
                  <a:srgbClr val="393736"/>
                </a:solidFill>
                <a:latin typeface="Now Bold"/>
                <a:ea typeface="Now Bold"/>
                <a:cs typeface="Now Bold"/>
                <a:sym typeface="Now Bold"/>
              </a:rPr>
              <a:t>Pain Points</a:t>
            </a:r>
          </a:p>
        </p:txBody>
      </p:sp>
      <p:sp>
        <p:nvSpPr>
          <p:cNvPr id="4" name="Freeform 4"/>
          <p:cNvSpPr/>
          <p:nvPr/>
        </p:nvSpPr>
        <p:spPr>
          <a:xfrm>
            <a:off x="797102" y="4564685"/>
            <a:ext cx="430444" cy="662222"/>
          </a:xfrm>
          <a:custGeom>
            <a:avLst/>
            <a:gdLst/>
            <a:ahLst/>
            <a:cxnLst/>
            <a:rect l="l" t="t" r="r" b="b"/>
            <a:pathLst>
              <a:path w="430444" h="662222">
                <a:moveTo>
                  <a:pt x="0" y="0"/>
                </a:moveTo>
                <a:lnTo>
                  <a:pt x="430445" y="0"/>
                </a:lnTo>
                <a:lnTo>
                  <a:pt x="430445" y="662222"/>
                </a:lnTo>
                <a:lnTo>
                  <a:pt x="0" y="66222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9689227" y="4389997"/>
            <a:ext cx="499908" cy="769089"/>
          </a:xfrm>
          <a:custGeom>
            <a:avLst/>
            <a:gdLst/>
            <a:ahLst/>
            <a:cxnLst/>
            <a:rect l="l" t="t" r="r" b="b"/>
            <a:pathLst>
              <a:path w="499908" h="769089">
                <a:moveTo>
                  <a:pt x="0" y="0"/>
                </a:moveTo>
                <a:lnTo>
                  <a:pt x="499908" y="0"/>
                </a:lnTo>
                <a:lnTo>
                  <a:pt x="499908" y="769089"/>
                </a:lnTo>
                <a:lnTo>
                  <a:pt x="0" y="76908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436012" y="5381578"/>
            <a:ext cx="8566605" cy="2945195"/>
          </a:xfrm>
          <a:prstGeom prst="rect">
            <a:avLst/>
          </a:prstGeom>
        </p:spPr>
        <p:txBody>
          <a:bodyPr lIns="0" tIns="0" rIns="0" bIns="0" rtlCol="0" anchor="t">
            <a:spAutoFit/>
          </a:bodyPr>
          <a:lstStyle/>
          <a:p>
            <a:pPr marL="597221" lvl="1" indent="-298611" algn="l">
              <a:lnSpc>
                <a:spcPts val="3872"/>
              </a:lnSpc>
              <a:buFont typeface="Arial"/>
              <a:buChar char="•"/>
            </a:pPr>
            <a:r>
              <a:rPr lang="en-US" sz="2766">
                <a:solidFill>
                  <a:srgbClr val="000000"/>
                </a:solidFill>
                <a:latin typeface="Times New Roman"/>
                <a:ea typeface="Times New Roman"/>
                <a:cs typeface="Times New Roman"/>
                <a:sym typeface="Times New Roman"/>
              </a:rPr>
              <a:t>Hive inspection is risky, disruptive, and time-consuming</a:t>
            </a:r>
          </a:p>
          <a:p>
            <a:pPr marL="597221" lvl="1" indent="-298611" algn="l">
              <a:lnSpc>
                <a:spcPts val="3872"/>
              </a:lnSpc>
              <a:buFont typeface="Arial"/>
              <a:buChar char="•"/>
            </a:pPr>
            <a:r>
              <a:rPr lang="en-US" sz="2766">
                <a:solidFill>
                  <a:srgbClr val="000000"/>
                </a:solidFill>
                <a:latin typeface="Times New Roman"/>
                <a:ea typeface="Times New Roman"/>
                <a:cs typeface="Times New Roman"/>
                <a:sym typeface="Times New Roman"/>
              </a:rPr>
              <a:t>Fear of bee stings discourages regular monitoring</a:t>
            </a:r>
          </a:p>
          <a:p>
            <a:pPr marL="597221" lvl="1" indent="-298611" algn="l">
              <a:lnSpc>
                <a:spcPts val="3872"/>
              </a:lnSpc>
              <a:buFont typeface="Arial"/>
              <a:buChar char="•"/>
            </a:pPr>
            <a:r>
              <a:rPr lang="en-US" sz="2766">
                <a:solidFill>
                  <a:srgbClr val="000000"/>
                </a:solidFill>
                <a:latin typeface="Times New Roman"/>
                <a:ea typeface="Times New Roman"/>
                <a:cs typeface="Times New Roman"/>
                <a:sym typeface="Times New Roman"/>
              </a:rPr>
              <a:t>Climate change causes colony loss and pest attacks</a:t>
            </a:r>
          </a:p>
          <a:p>
            <a:pPr marL="597221" lvl="1" indent="-298611" algn="l">
              <a:lnSpc>
                <a:spcPts val="3872"/>
              </a:lnSpc>
              <a:buFont typeface="Arial"/>
              <a:buChar char="•"/>
            </a:pPr>
            <a:r>
              <a:rPr lang="en-US" sz="2766">
                <a:solidFill>
                  <a:srgbClr val="000000"/>
                </a:solidFill>
                <a:latin typeface="Times New Roman"/>
                <a:ea typeface="Times New Roman"/>
                <a:cs typeface="Times New Roman"/>
                <a:sym typeface="Times New Roman"/>
              </a:rPr>
              <a:t>Lack of training and maintenance knowledge</a:t>
            </a:r>
          </a:p>
          <a:p>
            <a:pPr marL="597221" lvl="1" indent="-298611" algn="l">
              <a:lnSpc>
                <a:spcPts val="3872"/>
              </a:lnSpc>
              <a:buFont typeface="Arial"/>
              <a:buChar char="•"/>
            </a:pPr>
            <a:r>
              <a:rPr lang="en-US" sz="2766">
                <a:solidFill>
                  <a:srgbClr val="000000"/>
                </a:solidFill>
                <a:latin typeface="Times New Roman"/>
                <a:ea typeface="Times New Roman"/>
                <a:cs typeface="Times New Roman"/>
                <a:sym typeface="Times New Roman"/>
              </a:rPr>
              <a:t>Automated solutions are too expensive for small farmers</a:t>
            </a:r>
          </a:p>
          <a:p>
            <a:pPr marL="597221" lvl="1" indent="-298611" algn="l">
              <a:lnSpc>
                <a:spcPts val="3872"/>
              </a:lnSpc>
              <a:buFont typeface="Arial"/>
              <a:buChar char="•"/>
            </a:pPr>
            <a:r>
              <a:rPr lang="en-US" sz="2766">
                <a:solidFill>
                  <a:srgbClr val="000000"/>
                </a:solidFill>
                <a:latin typeface="Times New Roman"/>
                <a:ea typeface="Times New Roman"/>
                <a:cs typeface="Times New Roman"/>
                <a:sym typeface="Times New Roman"/>
              </a:rPr>
              <a:t>Low profit margins reduce motivation to continue</a:t>
            </a:r>
          </a:p>
        </p:txBody>
      </p:sp>
      <p:sp>
        <p:nvSpPr>
          <p:cNvPr id="7" name="TextBox 7"/>
          <p:cNvSpPr txBox="1"/>
          <p:nvPr/>
        </p:nvSpPr>
        <p:spPr>
          <a:xfrm>
            <a:off x="10531203" y="4304272"/>
            <a:ext cx="6100853" cy="666725"/>
          </a:xfrm>
          <a:prstGeom prst="rect">
            <a:avLst/>
          </a:prstGeom>
        </p:spPr>
        <p:txBody>
          <a:bodyPr lIns="0" tIns="0" rIns="0" bIns="0" rtlCol="0" anchor="t">
            <a:spAutoFit/>
          </a:bodyPr>
          <a:lstStyle/>
          <a:p>
            <a:pPr marL="0" lvl="0" indent="0" algn="l">
              <a:lnSpc>
                <a:spcPts val="5423"/>
              </a:lnSpc>
            </a:pPr>
            <a:r>
              <a:rPr lang="en-US" sz="3874" b="1">
                <a:solidFill>
                  <a:srgbClr val="393736"/>
                </a:solidFill>
                <a:latin typeface="Now Bold"/>
                <a:ea typeface="Now Bold"/>
                <a:cs typeface="Now Bold"/>
                <a:sym typeface="Now Bold"/>
              </a:rPr>
              <a:t>User Needs</a:t>
            </a:r>
          </a:p>
        </p:txBody>
      </p:sp>
      <p:sp>
        <p:nvSpPr>
          <p:cNvPr id="8" name="TextBox 8"/>
          <p:cNvSpPr txBox="1"/>
          <p:nvPr/>
        </p:nvSpPr>
        <p:spPr>
          <a:xfrm>
            <a:off x="9585893" y="5282212"/>
            <a:ext cx="7991475" cy="3143928"/>
          </a:xfrm>
          <a:prstGeom prst="rect">
            <a:avLst/>
          </a:prstGeom>
        </p:spPr>
        <p:txBody>
          <a:bodyPr lIns="0" tIns="0" rIns="0" bIns="0" rtlCol="0" anchor="t">
            <a:spAutoFit/>
          </a:bodyPr>
          <a:lstStyle/>
          <a:p>
            <a:pPr marL="641940" lvl="1" indent="-320970" algn="l">
              <a:lnSpc>
                <a:spcPts val="4162"/>
              </a:lnSpc>
              <a:buFont typeface="Arial"/>
              <a:buChar char="•"/>
            </a:pPr>
            <a:r>
              <a:rPr lang="en-US" sz="2973">
                <a:solidFill>
                  <a:srgbClr val="000000"/>
                </a:solidFill>
                <a:latin typeface="Times New Roman"/>
                <a:ea typeface="Times New Roman"/>
                <a:cs typeface="Times New Roman"/>
                <a:sym typeface="Times New Roman"/>
              </a:rPr>
              <a:t>Safer and less disruptive way to inspect hives</a:t>
            </a:r>
          </a:p>
          <a:p>
            <a:pPr marL="641940" lvl="1" indent="-320970" algn="l">
              <a:lnSpc>
                <a:spcPts val="4162"/>
              </a:lnSpc>
              <a:buFont typeface="Arial"/>
              <a:buChar char="•"/>
            </a:pPr>
            <a:r>
              <a:rPr lang="en-US" sz="2973">
                <a:solidFill>
                  <a:srgbClr val="000000"/>
                </a:solidFill>
                <a:latin typeface="Times New Roman"/>
                <a:ea typeface="Times New Roman"/>
                <a:cs typeface="Times New Roman"/>
                <a:sym typeface="Times New Roman"/>
              </a:rPr>
              <a:t>Affordable and locally suitable hive solutions</a:t>
            </a:r>
          </a:p>
          <a:p>
            <a:pPr marL="641940" lvl="1" indent="-320970" algn="l">
              <a:lnSpc>
                <a:spcPts val="4162"/>
              </a:lnSpc>
              <a:buFont typeface="Arial"/>
              <a:buChar char="•"/>
            </a:pPr>
            <a:r>
              <a:rPr lang="en-US" sz="2973">
                <a:solidFill>
                  <a:srgbClr val="000000"/>
                </a:solidFill>
                <a:latin typeface="Times New Roman"/>
                <a:ea typeface="Times New Roman"/>
                <a:cs typeface="Times New Roman"/>
                <a:sym typeface="Times New Roman"/>
              </a:rPr>
              <a:t>Simple guidance without needing expert support</a:t>
            </a:r>
          </a:p>
          <a:p>
            <a:pPr marL="641940" lvl="1" indent="-320970" algn="l">
              <a:lnSpc>
                <a:spcPts val="4162"/>
              </a:lnSpc>
              <a:buFont typeface="Arial"/>
              <a:buChar char="•"/>
            </a:pPr>
            <a:r>
              <a:rPr lang="en-US" sz="2973">
                <a:solidFill>
                  <a:srgbClr val="000000"/>
                </a:solidFill>
                <a:latin typeface="Times New Roman"/>
                <a:ea typeface="Times New Roman"/>
                <a:cs typeface="Times New Roman"/>
                <a:sym typeface="Times New Roman"/>
              </a:rPr>
              <a:t>Modular, eco-friendly hive materials</a:t>
            </a:r>
          </a:p>
          <a:p>
            <a:pPr marL="641940" lvl="1" indent="-320970" algn="l">
              <a:lnSpc>
                <a:spcPts val="4162"/>
              </a:lnSpc>
              <a:buFont typeface="Arial"/>
              <a:buChar char="•"/>
            </a:pPr>
            <a:r>
              <a:rPr lang="en-US" sz="2973">
                <a:solidFill>
                  <a:srgbClr val="000000"/>
                </a:solidFill>
                <a:latin typeface="Times New Roman"/>
                <a:ea typeface="Times New Roman"/>
                <a:cs typeface="Times New Roman"/>
                <a:sym typeface="Times New Roman"/>
              </a:rPr>
              <a:t>Better income through value-added bee products</a:t>
            </a:r>
          </a:p>
          <a:p>
            <a:pPr marL="641940" lvl="1" indent="-320970" algn="l">
              <a:lnSpc>
                <a:spcPts val="4162"/>
              </a:lnSpc>
              <a:buFont typeface="Arial"/>
              <a:buChar char="•"/>
            </a:pPr>
            <a:r>
              <a:rPr lang="en-US" sz="2973">
                <a:solidFill>
                  <a:srgbClr val="000000"/>
                </a:solidFill>
                <a:latin typeface="Times New Roman"/>
                <a:ea typeface="Times New Roman"/>
                <a:cs typeface="Times New Roman"/>
                <a:sym typeface="Times New Roman"/>
              </a:rPr>
              <a:t>Tools that work through harsh monsoon seasons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34217" y="116357"/>
            <a:ext cx="5038152" cy="5038152"/>
          </a:xfrm>
          <a:custGeom>
            <a:avLst/>
            <a:gdLst/>
            <a:ahLst/>
            <a:cxnLst/>
            <a:rect l="l" t="t" r="r" b="b"/>
            <a:pathLst>
              <a:path w="5038152" h="5038152">
                <a:moveTo>
                  <a:pt x="0" y="0"/>
                </a:moveTo>
                <a:lnTo>
                  <a:pt x="5038152" y="0"/>
                </a:lnTo>
                <a:lnTo>
                  <a:pt x="5038152" y="5038151"/>
                </a:lnTo>
                <a:lnTo>
                  <a:pt x="0" y="5038151"/>
                </a:lnTo>
                <a:lnTo>
                  <a:pt x="0" y="0"/>
                </a:lnTo>
                <a:close/>
              </a:path>
            </a:pathLst>
          </a:custGeom>
          <a:blipFill>
            <a:blip>
              <a:alphaModFix amt="32999"/>
              <a:extLst>
                <a:ext uri="{96DAC541-7B7A-43D3-8B79-37D633B846F1}">
                  <asvg:svgBlip xmlns:asvg="http://schemas.microsoft.com/office/drawing/2016/SVG/main" r:embed="rId2"/>
                </a:ext>
              </a:extLst>
            </a:blip>
            <a:stretch>
              <a:fillRect/>
            </a:stretch>
          </a:blipFill>
        </p:spPr>
      </p:sp>
      <p:sp>
        <p:nvSpPr>
          <p:cNvPr id="4" name="Freeform 4"/>
          <p:cNvSpPr/>
          <p:nvPr/>
        </p:nvSpPr>
        <p:spPr>
          <a:xfrm>
            <a:off x="134436" y="5132492"/>
            <a:ext cx="5038152" cy="5038152"/>
          </a:xfrm>
          <a:custGeom>
            <a:avLst/>
            <a:gdLst/>
            <a:ahLst/>
            <a:cxnLst/>
            <a:rect l="l" t="t" r="r" b="b"/>
            <a:pathLst>
              <a:path w="5038152" h="5038152">
                <a:moveTo>
                  <a:pt x="0" y="0"/>
                </a:moveTo>
                <a:lnTo>
                  <a:pt x="5038152" y="0"/>
                </a:lnTo>
                <a:lnTo>
                  <a:pt x="5038152" y="5038151"/>
                </a:lnTo>
                <a:lnTo>
                  <a:pt x="0" y="5038151"/>
                </a:lnTo>
                <a:lnTo>
                  <a:pt x="0" y="0"/>
                </a:lnTo>
                <a:close/>
              </a:path>
            </a:pathLst>
          </a:custGeom>
          <a:blipFill>
            <a:blip>
              <a:alphaModFix amt="32999"/>
              <a:extLst>
                <a:ext uri="{96DAC541-7B7A-43D3-8B79-37D633B846F1}">
                  <asvg:svgBlip xmlns:asvg="http://schemas.microsoft.com/office/drawing/2016/SVG/main" r:embed="rId2"/>
                </a:ext>
              </a:extLst>
            </a:blip>
            <a:stretch>
              <a:fillRect/>
            </a:stretch>
          </a:blipFill>
        </p:spPr>
      </p:sp>
      <p:sp>
        <p:nvSpPr>
          <p:cNvPr id="5" name="Freeform 5"/>
          <p:cNvSpPr/>
          <p:nvPr/>
        </p:nvSpPr>
        <p:spPr>
          <a:xfrm rot="1800881">
            <a:off x="4794226" y="1106892"/>
            <a:ext cx="1306516" cy="1304199"/>
          </a:xfrm>
          <a:custGeom>
            <a:avLst/>
            <a:gdLst/>
            <a:ahLst/>
            <a:cxnLst/>
            <a:rect l="l" t="t" r="r" b="b"/>
            <a:pathLst>
              <a:path w="1306516" h="1304199">
                <a:moveTo>
                  <a:pt x="0" y="0"/>
                </a:moveTo>
                <a:lnTo>
                  <a:pt x="1306516" y="0"/>
                </a:lnTo>
                <a:lnTo>
                  <a:pt x="1306516" y="1304200"/>
                </a:lnTo>
                <a:lnTo>
                  <a:pt x="0" y="1304200"/>
                </a:lnTo>
                <a:lnTo>
                  <a:pt x="0" y="0"/>
                </a:lnTo>
                <a:close/>
              </a:path>
            </a:pathLst>
          </a:custGeom>
          <a:blipFill>
            <a:blip r:embed="rId3"/>
            <a:stretch>
              <a:fillRect/>
            </a:stretch>
          </a:blipFill>
        </p:spPr>
      </p:sp>
      <p:sp>
        <p:nvSpPr>
          <p:cNvPr id="6" name="TextBox 6"/>
          <p:cNvSpPr txBox="1"/>
          <p:nvPr/>
        </p:nvSpPr>
        <p:spPr>
          <a:xfrm>
            <a:off x="2155875" y="2255356"/>
            <a:ext cx="6032988" cy="2009775"/>
          </a:xfrm>
          <a:prstGeom prst="rect">
            <a:avLst/>
          </a:prstGeom>
        </p:spPr>
        <p:txBody>
          <a:bodyPr lIns="0" tIns="0" rIns="0" bIns="0" rtlCol="0" anchor="t">
            <a:spAutoFit/>
          </a:bodyPr>
          <a:lstStyle/>
          <a:p>
            <a:pPr marL="0" lvl="0" indent="0" algn="l">
              <a:lnSpc>
                <a:spcPts val="7458"/>
              </a:lnSpc>
            </a:pPr>
            <a:r>
              <a:rPr lang="en-US" sz="6215" dirty="0">
                <a:solidFill>
                  <a:srgbClr val="403C38"/>
                </a:solidFill>
                <a:latin typeface="Bugaki"/>
                <a:ea typeface="Bugaki"/>
                <a:cs typeface="Bugaki"/>
                <a:sym typeface="Bugaki"/>
              </a:rPr>
              <a:t>Point of View Statement</a:t>
            </a:r>
          </a:p>
        </p:txBody>
      </p:sp>
      <p:sp>
        <p:nvSpPr>
          <p:cNvPr id="7" name="TextBox 7"/>
          <p:cNvSpPr txBox="1"/>
          <p:nvPr/>
        </p:nvSpPr>
        <p:spPr>
          <a:xfrm>
            <a:off x="6339333" y="6482194"/>
            <a:ext cx="9328967" cy="2253023"/>
          </a:xfrm>
          <a:prstGeom prst="rect">
            <a:avLst/>
          </a:prstGeom>
        </p:spPr>
        <p:txBody>
          <a:bodyPr lIns="0" tIns="0" rIns="0" bIns="0" rtlCol="0" anchor="t">
            <a:spAutoFit/>
          </a:bodyPr>
          <a:lstStyle/>
          <a:p>
            <a:pPr algn="ctr">
              <a:lnSpc>
                <a:spcPts val="4442"/>
              </a:lnSpc>
              <a:spcBef>
                <a:spcPct val="0"/>
              </a:spcBef>
            </a:pPr>
            <a:r>
              <a:rPr lang="en-US" sz="3173">
                <a:solidFill>
                  <a:srgbClr val="403C38"/>
                </a:solidFill>
                <a:latin typeface="Times New Roman"/>
                <a:ea typeface="Times New Roman"/>
                <a:cs typeface="Times New Roman"/>
                <a:sym typeface="Times New Roman"/>
              </a:rPr>
              <a:t>"Small-scale Indian beekeepers need a safer, affordable, and easy-to-use hive management solution because current methods are too risky, costly, and technically demanding for everyday use."</a:t>
            </a:r>
          </a:p>
        </p:txBody>
      </p:sp>
      <p:sp>
        <p:nvSpPr>
          <p:cNvPr id="8" name="TextBox 8"/>
          <p:cNvSpPr txBox="1"/>
          <p:nvPr/>
        </p:nvSpPr>
        <p:spPr>
          <a:xfrm>
            <a:off x="6500248" y="5277148"/>
            <a:ext cx="4167752" cy="771695"/>
          </a:xfrm>
          <a:prstGeom prst="rect">
            <a:avLst/>
          </a:prstGeom>
        </p:spPr>
        <p:txBody>
          <a:bodyPr wrap="square" lIns="0" tIns="0" rIns="0" bIns="0" rtlCol="0" anchor="t">
            <a:spAutoFit/>
          </a:bodyPr>
          <a:lstStyle/>
          <a:p>
            <a:pPr algn="ctr">
              <a:lnSpc>
                <a:spcPts val="6330"/>
              </a:lnSpc>
              <a:spcBef>
                <a:spcPct val="0"/>
              </a:spcBef>
            </a:pPr>
            <a:r>
              <a:rPr lang="en-US" sz="4522" b="1" dirty="0">
                <a:solidFill>
                  <a:srgbClr val="403C38"/>
                </a:solidFill>
                <a:latin typeface="Canva Sans Bold"/>
                <a:ea typeface="Canva Sans Bold"/>
                <a:cs typeface="Canva Sans Bold"/>
                <a:sym typeface="Canva Sans Bold"/>
              </a:rPr>
              <a:t>Single-Liner</a:t>
            </a:r>
          </a:p>
        </p:txBody>
      </p:sp>
      <p:grpSp>
        <p:nvGrpSpPr>
          <p:cNvPr id="9" name="Group 3">
            <a:extLst>
              <a:ext uri="{FF2B5EF4-FFF2-40B4-BE49-F238E27FC236}">
                <a16:creationId xmlns:a16="http://schemas.microsoft.com/office/drawing/2014/main" id="{CAE65DEC-4159-9E67-21AB-301CF3CB61CF}"/>
              </a:ext>
            </a:extLst>
          </p:cNvPr>
          <p:cNvGrpSpPr/>
          <p:nvPr/>
        </p:nvGrpSpPr>
        <p:grpSpPr>
          <a:xfrm>
            <a:off x="431997" y="431997"/>
            <a:ext cx="3015358" cy="1296000"/>
            <a:chOff x="0" y="0"/>
            <a:chExt cx="4020477" cy="1728000"/>
          </a:xfrm>
        </p:grpSpPr>
        <p:sp>
          <p:nvSpPr>
            <p:cNvPr id="10" name="Freeform 4">
              <a:extLst>
                <a:ext uri="{FF2B5EF4-FFF2-40B4-BE49-F238E27FC236}">
                  <a16:creationId xmlns:a16="http://schemas.microsoft.com/office/drawing/2014/main" id="{D5B50B39-EAE6-6928-81BD-89F61BD105CB}"/>
                </a:ext>
              </a:extLst>
            </p:cNvPr>
            <p:cNvSpPr/>
            <p:nvPr/>
          </p:nvSpPr>
          <p:spPr>
            <a:xfrm>
              <a:off x="0" y="0"/>
              <a:ext cx="4020439" cy="1727962"/>
            </a:xfrm>
            <a:custGeom>
              <a:avLst/>
              <a:gdLst/>
              <a:ahLst/>
              <a:cxnLst/>
              <a:rect l="l" t="t" r="r" b="b"/>
              <a:pathLst>
                <a:path w="4020439" h="1727962">
                  <a:moveTo>
                    <a:pt x="0" y="0"/>
                  </a:moveTo>
                  <a:lnTo>
                    <a:pt x="4020439" y="0"/>
                  </a:lnTo>
                  <a:lnTo>
                    <a:pt x="4020439" y="1727962"/>
                  </a:lnTo>
                  <a:lnTo>
                    <a:pt x="0" y="1727962"/>
                  </a:lnTo>
                  <a:lnTo>
                    <a:pt x="0" y="0"/>
                  </a:lnTo>
                  <a:close/>
                </a:path>
              </a:pathLst>
            </a:custGeom>
            <a:blipFill>
              <a:blip r:embed="rId4"/>
              <a:stretch>
                <a:fillRect l="-12" r="-13" b="-2"/>
              </a:stretch>
            </a:blipFill>
          </p:spPr>
        </p:sp>
      </p:grpSp>
      <p:grpSp>
        <p:nvGrpSpPr>
          <p:cNvPr id="11" name="Group 5">
            <a:extLst>
              <a:ext uri="{FF2B5EF4-FFF2-40B4-BE49-F238E27FC236}">
                <a16:creationId xmlns:a16="http://schemas.microsoft.com/office/drawing/2014/main" id="{B8FFC063-5948-DA92-0CB1-49052CE30CBD}"/>
              </a:ext>
            </a:extLst>
          </p:cNvPr>
          <p:cNvGrpSpPr/>
          <p:nvPr/>
        </p:nvGrpSpPr>
        <p:grpSpPr>
          <a:xfrm>
            <a:off x="13715571" y="696921"/>
            <a:ext cx="4435145" cy="674503"/>
            <a:chOff x="0" y="0"/>
            <a:chExt cx="5913526" cy="899338"/>
          </a:xfrm>
        </p:grpSpPr>
        <p:sp>
          <p:nvSpPr>
            <p:cNvPr id="12" name="Freeform 6">
              <a:extLst>
                <a:ext uri="{FF2B5EF4-FFF2-40B4-BE49-F238E27FC236}">
                  <a16:creationId xmlns:a16="http://schemas.microsoft.com/office/drawing/2014/main" id="{7C50135D-46AC-728A-E5BC-6BEEC719A3D4}"/>
                </a:ext>
              </a:extLst>
            </p:cNvPr>
            <p:cNvSpPr/>
            <p:nvPr/>
          </p:nvSpPr>
          <p:spPr>
            <a:xfrm>
              <a:off x="0" y="0"/>
              <a:ext cx="5913501" cy="899287"/>
            </a:xfrm>
            <a:custGeom>
              <a:avLst/>
              <a:gdLst/>
              <a:ahLst/>
              <a:cxnLst/>
              <a:rect l="l" t="t" r="r" b="b"/>
              <a:pathLst>
                <a:path w="5913501" h="899287">
                  <a:moveTo>
                    <a:pt x="0" y="0"/>
                  </a:moveTo>
                  <a:lnTo>
                    <a:pt x="5913501" y="0"/>
                  </a:lnTo>
                  <a:lnTo>
                    <a:pt x="5913501" y="899287"/>
                  </a:lnTo>
                  <a:lnTo>
                    <a:pt x="0" y="899287"/>
                  </a:lnTo>
                  <a:lnTo>
                    <a:pt x="0" y="0"/>
                  </a:lnTo>
                  <a:close/>
                </a:path>
              </a:pathLst>
            </a:custGeom>
            <a:blipFill>
              <a:blip r:embed="rId5"/>
              <a:stretch>
                <a:fillRect t="-1" b="-7"/>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009959" y="777349"/>
            <a:ext cx="2269713" cy="2592438"/>
          </a:xfrm>
          <a:custGeom>
            <a:avLst/>
            <a:gdLst/>
            <a:ahLst/>
            <a:cxnLst/>
            <a:rect l="l" t="t" r="r" b="b"/>
            <a:pathLst>
              <a:path w="2269713" h="2592438">
                <a:moveTo>
                  <a:pt x="0" y="0"/>
                </a:moveTo>
                <a:lnTo>
                  <a:pt x="2269713" y="0"/>
                </a:lnTo>
                <a:lnTo>
                  <a:pt x="2269713" y="2592438"/>
                </a:lnTo>
                <a:lnTo>
                  <a:pt x="0" y="2592438"/>
                </a:lnTo>
                <a:lnTo>
                  <a:pt x="0" y="0"/>
                </a:lnTo>
                <a:close/>
              </a:path>
            </a:pathLst>
          </a:custGeom>
          <a:blipFill>
            <a:blip r:embed="rId2"/>
            <a:stretch>
              <a:fillRect/>
            </a:stretch>
          </a:blipFill>
        </p:spPr>
      </p:sp>
      <p:sp>
        <p:nvSpPr>
          <p:cNvPr id="3" name="Freeform 3"/>
          <p:cNvSpPr/>
          <p:nvPr/>
        </p:nvSpPr>
        <p:spPr>
          <a:xfrm>
            <a:off x="13349560" y="619624"/>
            <a:ext cx="4616886" cy="4114800"/>
          </a:xfrm>
          <a:custGeom>
            <a:avLst/>
            <a:gdLst/>
            <a:ahLst/>
            <a:cxnLst/>
            <a:rect l="l" t="t" r="r" b="b"/>
            <a:pathLst>
              <a:path w="4616886" h="4114800">
                <a:moveTo>
                  <a:pt x="0" y="0"/>
                </a:moveTo>
                <a:lnTo>
                  <a:pt x="4616886" y="0"/>
                </a:lnTo>
                <a:lnTo>
                  <a:pt x="4616886" y="4114800"/>
                </a:lnTo>
                <a:lnTo>
                  <a:pt x="0" y="4114800"/>
                </a:lnTo>
                <a:lnTo>
                  <a:pt x="0" y="0"/>
                </a:lnTo>
                <a:close/>
              </a:path>
            </a:pathLst>
          </a:custGeom>
          <a:blipFill>
            <a:blip>
              <a:alphaModFix amt="43999"/>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26231" y="1291172"/>
            <a:ext cx="7442389" cy="912589"/>
          </a:xfrm>
          <a:prstGeom prst="rect">
            <a:avLst/>
          </a:prstGeom>
        </p:spPr>
        <p:txBody>
          <a:bodyPr lIns="0" tIns="0" rIns="0" bIns="0" rtlCol="0" anchor="t">
            <a:spAutoFit/>
          </a:bodyPr>
          <a:lstStyle/>
          <a:p>
            <a:pPr algn="ctr">
              <a:lnSpc>
                <a:spcPts val="7279"/>
              </a:lnSpc>
              <a:spcBef>
                <a:spcPct val="0"/>
              </a:spcBef>
            </a:pPr>
            <a:r>
              <a:rPr lang="en-US" sz="5199">
                <a:solidFill>
                  <a:srgbClr val="000000"/>
                </a:solidFill>
                <a:latin typeface="Times New Roman"/>
                <a:ea typeface="Times New Roman"/>
                <a:cs typeface="Times New Roman"/>
                <a:sym typeface="Times New Roman"/>
              </a:rPr>
              <a:t>ROOT CAUSE ANALYSIS</a:t>
            </a:r>
          </a:p>
        </p:txBody>
      </p:sp>
      <p:sp>
        <p:nvSpPr>
          <p:cNvPr id="5" name="TextBox 5"/>
          <p:cNvSpPr txBox="1"/>
          <p:nvPr/>
        </p:nvSpPr>
        <p:spPr>
          <a:xfrm>
            <a:off x="628530" y="3284062"/>
            <a:ext cx="14762858" cy="2814998"/>
          </a:xfrm>
          <a:prstGeom prst="rect">
            <a:avLst/>
          </a:prstGeom>
        </p:spPr>
        <p:txBody>
          <a:bodyPr lIns="0" tIns="0" rIns="0" bIns="0" rtlCol="0" anchor="t">
            <a:spAutoFit/>
          </a:bodyPr>
          <a:lstStyle/>
          <a:p>
            <a:pPr algn="just">
              <a:lnSpc>
                <a:spcPts val="4442"/>
              </a:lnSpc>
              <a:spcBef>
                <a:spcPct val="0"/>
              </a:spcBef>
            </a:pPr>
            <a:r>
              <a:rPr lang="en-US" sz="3173" b="1">
                <a:solidFill>
                  <a:srgbClr val="000000"/>
                </a:solidFill>
                <a:latin typeface="Times New Roman Bold"/>
                <a:ea typeface="Times New Roman Bold"/>
                <a:cs typeface="Times New Roman Bold"/>
                <a:sym typeface="Times New Roman Bold"/>
              </a:rPr>
              <a:t>Surface Problem </a:t>
            </a:r>
            <a:r>
              <a:rPr lang="en-US" sz="3173">
                <a:solidFill>
                  <a:srgbClr val="000000"/>
                </a:solidFill>
                <a:latin typeface="Times New Roman"/>
                <a:ea typeface="Times New Roman"/>
                <a:cs typeface="Times New Roman"/>
                <a:sym typeface="Times New Roman"/>
              </a:rPr>
              <a:t>: Beekeepers avoid regular hive inspection</a:t>
            </a:r>
          </a:p>
          <a:p>
            <a:pPr algn="just">
              <a:lnSpc>
                <a:spcPts val="4442"/>
              </a:lnSpc>
              <a:spcBef>
                <a:spcPct val="0"/>
              </a:spcBef>
            </a:pPr>
            <a:r>
              <a:rPr lang="en-US" sz="3173" b="1">
                <a:solidFill>
                  <a:srgbClr val="000000"/>
                </a:solidFill>
                <a:latin typeface="Times New Roman Bold"/>
                <a:ea typeface="Times New Roman Bold"/>
                <a:cs typeface="Times New Roman Bold"/>
                <a:sym typeface="Times New Roman Bold"/>
              </a:rPr>
              <a:t>Why</a:t>
            </a:r>
            <a:r>
              <a:rPr lang="en-US" sz="3173">
                <a:solidFill>
                  <a:srgbClr val="000000"/>
                </a:solidFill>
                <a:latin typeface="Times New Roman"/>
                <a:ea typeface="Times New Roman"/>
                <a:cs typeface="Times New Roman"/>
                <a:sym typeface="Times New Roman"/>
              </a:rPr>
              <a:t>? → Inspection is risky, disruptive, and exhausting</a:t>
            </a:r>
          </a:p>
          <a:p>
            <a:pPr algn="just">
              <a:lnSpc>
                <a:spcPts val="4442"/>
              </a:lnSpc>
              <a:spcBef>
                <a:spcPct val="0"/>
              </a:spcBef>
            </a:pPr>
            <a:r>
              <a:rPr lang="en-US" sz="3173" b="1">
                <a:solidFill>
                  <a:srgbClr val="000000"/>
                </a:solidFill>
                <a:latin typeface="Times New Roman Bold"/>
                <a:ea typeface="Times New Roman Bold"/>
                <a:cs typeface="Times New Roman Bold"/>
                <a:sym typeface="Times New Roman Bold"/>
              </a:rPr>
              <a:t>Why</a:t>
            </a:r>
            <a:r>
              <a:rPr lang="en-US" sz="3173">
                <a:solidFill>
                  <a:srgbClr val="000000"/>
                </a:solidFill>
                <a:latin typeface="Times New Roman"/>
                <a:ea typeface="Times New Roman"/>
                <a:cs typeface="Times New Roman"/>
                <a:sym typeface="Times New Roman"/>
              </a:rPr>
              <a:t>? → No safe, simple tools for non-invasive monitoring</a:t>
            </a:r>
          </a:p>
          <a:p>
            <a:pPr algn="just">
              <a:lnSpc>
                <a:spcPts val="4442"/>
              </a:lnSpc>
              <a:spcBef>
                <a:spcPct val="0"/>
              </a:spcBef>
            </a:pPr>
            <a:r>
              <a:rPr lang="en-US" sz="3173" b="1">
                <a:solidFill>
                  <a:srgbClr val="000000"/>
                </a:solidFill>
                <a:latin typeface="Times New Roman Bold"/>
                <a:ea typeface="Times New Roman Bold"/>
                <a:cs typeface="Times New Roman Bold"/>
                <a:sym typeface="Times New Roman Bold"/>
              </a:rPr>
              <a:t>Why</a:t>
            </a:r>
            <a:r>
              <a:rPr lang="en-US" sz="3173">
                <a:solidFill>
                  <a:srgbClr val="000000"/>
                </a:solidFill>
                <a:latin typeface="Times New Roman"/>
                <a:ea typeface="Times New Roman"/>
                <a:cs typeface="Times New Roman"/>
                <a:sym typeface="Times New Roman"/>
              </a:rPr>
              <a:t>? → Existing solutions are expensive or designed for large-scale commercial use</a:t>
            </a:r>
          </a:p>
          <a:p>
            <a:pPr algn="just">
              <a:lnSpc>
                <a:spcPts val="4442"/>
              </a:lnSpc>
              <a:spcBef>
                <a:spcPct val="0"/>
              </a:spcBef>
            </a:pPr>
            <a:r>
              <a:rPr lang="en-US" sz="3173" b="1">
                <a:solidFill>
                  <a:srgbClr val="000000"/>
                </a:solidFill>
                <a:latin typeface="Times New Roman Bold"/>
                <a:ea typeface="Times New Roman Bold"/>
                <a:cs typeface="Times New Roman Bold"/>
                <a:sym typeface="Times New Roman Bold"/>
              </a:rPr>
              <a:t>Why</a:t>
            </a:r>
            <a:r>
              <a:rPr lang="en-US" sz="3173">
                <a:solidFill>
                  <a:srgbClr val="000000"/>
                </a:solidFill>
                <a:latin typeface="Times New Roman"/>
                <a:ea typeface="Times New Roman"/>
                <a:cs typeface="Times New Roman"/>
                <a:sym typeface="Times New Roman"/>
              </a:rPr>
              <a:t>? → Innovation in beekeeping lacks focus on small-scale Indian farmers</a:t>
            </a:r>
          </a:p>
        </p:txBody>
      </p:sp>
      <p:sp>
        <p:nvSpPr>
          <p:cNvPr id="6" name="TextBox 6"/>
          <p:cNvSpPr txBox="1"/>
          <p:nvPr/>
        </p:nvSpPr>
        <p:spPr>
          <a:xfrm>
            <a:off x="3980475" y="7980577"/>
            <a:ext cx="10327049" cy="1129073"/>
          </a:xfrm>
          <a:prstGeom prst="rect">
            <a:avLst/>
          </a:prstGeom>
        </p:spPr>
        <p:txBody>
          <a:bodyPr lIns="0" tIns="0" rIns="0" bIns="0" rtlCol="0" anchor="t">
            <a:spAutoFit/>
          </a:bodyPr>
          <a:lstStyle/>
          <a:p>
            <a:pPr algn="ctr">
              <a:lnSpc>
                <a:spcPts val="4442"/>
              </a:lnSpc>
              <a:spcBef>
                <a:spcPct val="0"/>
              </a:spcBef>
            </a:pPr>
            <a:r>
              <a:rPr lang="en-US" sz="3173" i="1">
                <a:solidFill>
                  <a:srgbClr val="000000"/>
                </a:solidFill>
                <a:latin typeface="Times New Roman Italics"/>
                <a:ea typeface="Times New Roman Italics"/>
                <a:cs typeface="Times New Roman Italics"/>
                <a:sym typeface="Times New Roman Italics"/>
              </a:rPr>
              <a:t>Small farmers are underserved by beekeeping technology  solutions don't match their budget, climate, skill level, or scale.</a:t>
            </a:r>
          </a:p>
        </p:txBody>
      </p:sp>
      <p:sp>
        <p:nvSpPr>
          <p:cNvPr id="7" name="TextBox 7"/>
          <p:cNvSpPr txBox="1"/>
          <p:nvPr/>
        </p:nvSpPr>
        <p:spPr>
          <a:xfrm>
            <a:off x="6803684" y="6983832"/>
            <a:ext cx="4092916" cy="753732"/>
          </a:xfrm>
          <a:prstGeom prst="rect">
            <a:avLst/>
          </a:prstGeom>
        </p:spPr>
        <p:txBody>
          <a:bodyPr wrap="square" lIns="0" tIns="0" rIns="0" bIns="0" rtlCol="0" anchor="t">
            <a:spAutoFit/>
          </a:bodyPr>
          <a:lstStyle/>
          <a:p>
            <a:pPr algn="ctr">
              <a:lnSpc>
                <a:spcPts val="6436"/>
              </a:lnSpc>
              <a:spcBef>
                <a:spcPct val="0"/>
              </a:spcBef>
            </a:pPr>
            <a:r>
              <a:rPr lang="en-US" sz="4597" dirty="0">
                <a:solidFill>
                  <a:srgbClr val="000000"/>
                </a:solidFill>
                <a:latin typeface="Times New Roman"/>
                <a:ea typeface="Times New Roman"/>
                <a:cs typeface="Times New Roman"/>
                <a:sym typeface="Times New Roman"/>
              </a:rPr>
              <a:t>ROOT CAUSE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82611" y="433724"/>
            <a:ext cx="2217624" cy="2767705"/>
          </a:xfrm>
          <a:custGeom>
            <a:avLst/>
            <a:gdLst/>
            <a:ahLst/>
            <a:cxnLst/>
            <a:rect l="l" t="t" r="r" b="b"/>
            <a:pathLst>
              <a:path w="2217624" h="2767705">
                <a:moveTo>
                  <a:pt x="0" y="0"/>
                </a:moveTo>
                <a:lnTo>
                  <a:pt x="2217624" y="0"/>
                </a:lnTo>
                <a:lnTo>
                  <a:pt x="2217624" y="2767705"/>
                </a:lnTo>
                <a:lnTo>
                  <a:pt x="0" y="2767705"/>
                </a:lnTo>
                <a:lnTo>
                  <a:pt x="0" y="0"/>
                </a:lnTo>
                <a:close/>
              </a:path>
            </a:pathLst>
          </a:custGeom>
          <a:blipFill>
            <a:blip r:embed="rId2"/>
            <a:stretch>
              <a:fillRect/>
            </a:stretch>
          </a:blipFill>
        </p:spPr>
      </p:sp>
      <p:sp>
        <p:nvSpPr>
          <p:cNvPr id="3" name="Freeform 3"/>
          <p:cNvSpPr/>
          <p:nvPr/>
        </p:nvSpPr>
        <p:spPr>
          <a:xfrm>
            <a:off x="4326687" y="3329566"/>
            <a:ext cx="13961313" cy="5305299"/>
          </a:xfrm>
          <a:custGeom>
            <a:avLst/>
            <a:gdLst/>
            <a:ahLst/>
            <a:cxnLst/>
            <a:rect l="l" t="t" r="r" b="b"/>
            <a:pathLst>
              <a:path w="13961313" h="5305299">
                <a:moveTo>
                  <a:pt x="0" y="0"/>
                </a:moveTo>
                <a:lnTo>
                  <a:pt x="13961313" y="0"/>
                </a:lnTo>
                <a:lnTo>
                  <a:pt x="13961313" y="5305299"/>
                </a:lnTo>
                <a:lnTo>
                  <a:pt x="0" y="530529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619833" y="1323570"/>
            <a:ext cx="6148108" cy="2066690"/>
          </a:xfrm>
          <a:prstGeom prst="rect">
            <a:avLst/>
          </a:prstGeom>
        </p:spPr>
        <p:txBody>
          <a:bodyPr lIns="0" tIns="0" rIns="0" bIns="0" rtlCol="0" anchor="t">
            <a:spAutoFit/>
          </a:bodyPr>
          <a:lstStyle/>
          <a:p>
            <a:pPr marL="0" lvl="0" indent="0" algn="l">
              <a:lnSpc>
                <a:spcPts val="7490"/>
              </a:lnSpc>
            </a:pPr>
            <a:r>
              <a:rPr lang="en-US" sz="7490">
                <a:solidFill>
                  <a:srgbClr val="D58F58"/>
                </a:solidFill>
                <a:latin typeface="Bugaki"/>
                <a:ea typeface="Bugaki"/>
                <a:cs typeface="Bugaki"/>
                <a:sym typeface="Bugaki"/>
              </a:rPr>
              <a:t>Problem Definition</a:t>
            </a:r>
          </a:p>
        </p:txBody>
      </p:sp>
      <p:sp>
        <p:nvSpPr>
          <p:cNvPr id="5" name="TextBox 5"/>
          <p:cNvSpPr txBox="1"/>
          <p:nvPr/>
        </p:nvSpPr>
        <p:spPr>
          <a:xfrm>
            <a:off x="5294324" y="4037510"/>
            <a:ext cx="10426474" cy="3949221"/>
          </a:xfrm>
          <a:prstGeom prst="rect">
            <a:avLst/>
          </a:prstGeom>
        </p:spPr>
        <p:txBody>
          <a:bodyPr lIns="0" tIns="0" rIns="0" bIns="0" rtlCol="0" anchor="t">
            <a:spAutoFit/>
          </a:bodyPr>
          <a:lstStyle/>
          <a:p>
            <a:pPr algn="l">
              <a:lnSpc>
                <a:spcPts val="5222"/>
              </a:lnSpc>
            </a:pPr>
            <a:r>
              <a:rPr lang="en-US" sz="3986" i="1">
                <a:solidFill>
                  <a:srgbClr val="000000"/>
                </a:solidFill>
                <a:latin typeface="Times New Roman Italics"/>
                <a:ea typeface="Times New Roman Italics"/>
                <a:cs typeface="Times New Roman Italics"/>
                <a:sym typeface="Times New Roman Italics"/>
              </a:rPr>
              <a:t>"Small-scale Indian beekeepers lack a safe, affordable, and easy-to-use hive inspection method because existing tools are too expensive, too complex, and not suited for local climate and scale  leading to colony loss, low income, and poor adoption of beekeeping."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11223" y="5134216"/>
            <a:ext cx="5013457" cy="5013457"/>
          </a:xfrm>
          <a:custGeom>
            <a:avLst/>
            <a:gdLst/>
            <a:ahLst/>
            <a:cxnLst/>
            <a:rect l="l" t="t" r="r" b="b"/>
            <a:pathLst>
              <a:path w="5013457" h="5013457">
                <a:moveTo>
                  <a:pt x="0" y="0"/>
                </a:moveTo>
                <a:lnTo>
                  <a:pt x="5013456" y="0"/>
                </a:lnTo>
                <a:lnTo>
                  <a:pt x="5013456" y="5013456"/>
                </a:lnTo>
                <a:lnTo>
                  <a:pt x="0" y="501345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3239216" y="267322"/>
            <a:ext cx="4756182" cy="4756182"/>
          </a:xfrm>
          <a:custGeom>
            <a:avLst/>
            <a:gdLst/>
            <a:ahLst/>
            <a:cxnLst/>
            <a:rect l="l" t="t" r="r" b="b"/>
            <a:pathLst>
              <a:path w="4756182" h="4756182">
                <a:moveTo>
                  <a:pt x="0" y="0"/>
                </a:moveTo>
                <a:lnTo>
                  <a:pt x="4756183" y="0"/>
                </a:lnTo>
                <a:lnTo>
                  <a:pt x="4756183" y="4756182"/>
                </a:lnTo>
                <a:lnTo>
                  <a:pt x="0" y="4756182"/>
                </a:lnTo>
                <a:lnTo>
                  <a:pt x="0" y="0"/>
                </a:lnTo>
                <a:close/>
              </a:path>
            </a:pathLst>
          </a:custGeom>
          <a:blipFill>
            <a:blip r:embed="rId3"/>
            <a:stretch>
              <a:fillRect/>
            </a:stretch>
          </a:blipFill>
        </p:spPr>
      </p:sp>
      <p:sp>
        <p:nvSpPr>
          <p:cNvPr id="4" name="Freeform 4"/>
          <p:cNvSpPr/>
          <p:nvPr/>
        </p:nvSpPr>
        <p:spPr>
          <a:xfrm>
            <a:off x="8778336" y="922188"/>
            <a:ext cx="561956" cy="636777"/>
          </a:xfrm>
          <a:custGeom>
            <a:avLst/>
            <a:gdLst/>
            <a:ahLst/>
            <a:cxnLst/>
            <a:rect l="l" t="t" r="r" b="b"/>
            <a:pathLst>
              <a:path w="561956" h="636777">
                <a:moveTo>
                  <a:pt x="0" y="0"/>
                </a:moveTo>
                <a:lnTo>
                  <a:pt x="561955" y="0"/>
                </a:lnTo>
                <a:lnTo>
                  <a:pt x="561955" y="636777"/>
                </a:lnTo>
                <a:lnTo>
                  <a:pt x="0" y="636777"/>
                </a:lnTo>
                <a:lnTo>
                  <a:pt x="0" y="0"/>
                </a:lnTo>
                <a:close/>
              </a:path>
            </a:pathLst>
          </a:custGeom>
          <a:blipFill>
            <a:blip r:embed="rId4"/>
            <a:stretch>
              <a:fillRect/>
            </a:stretch>
          </a:blipFill>
        </p:spPr>
      </p:sp>
      <p:sp>
        <p:nvSpPr>
          <p:cNvPr id="5" name="TextBox 5"/>
          <p:cNvSpPr txBox="1"/>
          <p:nvPr/>
        </p:nvSpPr>
        <p:spPr>
          <a:xfrm>
            <a:off x="831057" y="576384"/>
            <a:ext cx="9905567" cy="2857500"/>
          </a:xfrm>
          <a:prstGeom prst="rect">
            <a:avLst/>
          </a:prstGeom>
        </p:spPr>
        <p:txBody>
          <a:bodyPr lIns="0" tIns="0" rIns="0" bIns="0" rtlCol="0" anchor="t">
            <a:spAutoFit/>
          </a:bodyPr>
          <a:lstStyle/>
          <a:p>
            <a:pPr marL="0" lvl="0" indent="0" algn="l">
              <a:lnSpc>
                <a:spcPts val="7254"/>
              </a:lnSpc>
            </a:pPr>
            <a:r>
              <a:rPr lang="en-US" sz="6045">
                <a:solidFill>
                  <a:srgbClr val="403C38"/>
                </a:solidFill>
                <a:latin typeface="Bugaki"/>
                <a:ea typeface="Bugaki"/>
                <a:cs typeface="Bugaki"/>
                <a:sym typeface="Bugaki"/>
              </a:rPr>
              <a:t>Key Insights from Empathy &amp; Define Phase</a:t>
            </a:r>
          </a:p>
        </p:txBody>
      </p:sp>
      <p:sp>
        <p:nvSpPr>
          <p:cNvPr id="6" name="TextBox 6"/>
          <p:cNvSpPr txBox="1"/>
          <p:nvPr/>
        </p:nvSpPr>
        <p:spPr>
          <a:xfrm>
            <a:off x="1923405" y="4577822"/>
            <a:ext cx="6505169" cy="4258471"/>
          </a:xfrm>
          <a:prstGeom prst="rect">
            <a:avLst/>
          </a:prstGeom>
        </p:spPr>
        <p:txBody>
          <a:bodyPr lIns="0" tIns="0" rIns="0" bIns="0" rtlCol="0" anchor="t">
            <a:spAutoFit/>
          </a:bodyPr>
          <a:lstStyle/>
          <a:p>
            <a:pPr marL="625698" lvl="1" indent="-312849" algn="l">
              <a:lnSpc>
                <a:spcPts val="5796"/>
              </a:lnSpc>
              <a:buAutoNum type="arabicPeriod"/>
            </a:pPr>
            <a:r>
              <a:rPr lang="en-US" sz="2898">
                <a:solidFill>
                  <a:srgbClr val="403C38"/>
                </a:solidFill>
                <a:latin typeface="Now"/>
                <a:ea typeface="Now"/>
                <a:cs typeface="Now"/>
                <a:sym typeface="Now"/>
              </a:rPr>
              <a:t>Fear is the Biggest Barrier</a:t>
            </a:r>
          </a:p>
          <a:p>
            <a:pPr marL="625698" lvl="1" indent="-312849" algn="l">
              <a:lnSpc>
                <a:spcPts val="5796"/>
              </a:lnSpc>
              <a:buAutoNum type="arabicPeriod"/>
            </a:pPr>
            <a:r>
              <a:rPr lang="en-US" sz="2898">
                <a:solidFill>
                  <a:srgbClr val="403C38"/>
                </a:solidFill>
                <a:latin typeface="Now"/>
                <a:ea typeface="Now"/>
                <a:cs typeface="Now"/>
                <a:sym typeface="Now"/>
              </a:rPr>
              <a:t>Reactive, Not Proactive</a:t>
            </a:r>
          </a:p>
          <a:p>
            <a:pPr marL="625698" lvl="1" indent="-312849" algn="l">
              <a:lnSpc>
                <a:spcPts val="5796"/>
              </a:lnSpc>
              <a:buAutoNum type="arabicPeriod"/>
            </a:pPr>
            <a:r>
              <a:rPr lang="en-US" sz="2898">
                <a:solidFill>
                  <a:srgbClr val="403C38"/>
                </a:solidFill>
                <a:latin typeface="Now"/>
                <a:ea typeface="Now"/>
                <a:cs typeface="Now"/>
                <a:sym typeface="Now"/>
              </a:rPr>
              <a:t>Affordability Over Automation</a:t>
            </a:r>
          </a:p>
          <a:p>
            <a:pPr marL="625698" lvl="1" indent="-312849" algn="l">
              <a:lnSpc>
                <a:spcPts val="5796"/>
              </a:lnSpc>
              <a:buAutoNum type="arabicPeriod"/>
            </a:pPr>
            <a:r>
              <a:rPr lang="en-US" sz="2898">
                <a:solidFill>
                  <a:srgbClr val="403C38"/>
                </a:solidFill>
                <a:latin typeface="Now"/>
                <a:ea typeface="Now"/>
                <a:cs typeface="Now"/>
                <a:sym typeface="Now"/>
              </a:rPr>
              <a:t>Climate is a Silent Threat</a:t>
            </a:r>
          </a:p>
          <a:p>
            <a:pPr marL="625698" lvl="1" indent="-312849" algn="l">
              <a:lnSpc>
                <a:spcPts val="5796"/>
              </a:lnSpc>
              <a:buAutoNum type="arabicPeriod"/>
            </a:pPr>
            <a:r>
              <a:rPr lang="en-US" sz="2898">
                <a:solidFill>
                  <a:srgbClr val="403C38"/>
                </a:solidFill>
                <a:latin typeface="Now"/>
                <a:ea typeface="Now"/>
                <a:cs typeface="Now"/>
                <a:sym typeface="Now"/>
              </a:rPr>
              <a:t>Knowledge Gap is Widespread</a:t>
            </a:r>
          </a:p>
          <a:p>
            <a:pPr marL="0" lvl="0" indent="0" algn="l">
              <a:lnSpc>
                <a:spcPts val="5796"/>
              </a:lnSpc>
            </a:pPr>
            <a:endParaRPr lang="en-US" sz="2898">
              <a:solidFill>
                <a:srgbClr val="403C38"/>
              </a:solidFill>
              <a:latin typeface="Now"/>
              <a:ea typeface="Now"/>
              <a:cs typeface="Now"/>
              <a:sym typeface="Now"/>
            </a:endParaRPr>
          </a:p>
        </p:txBody>
      </p:sp>
      <p:sp>
        <p:nvSpPr>
          <p:cNvPr id="7" name="Freeform 7"/>
          <p:cNvSpPr/>
          <p:nvPr/>
        </p:nvSpPr>
        <p:spPr>
          <a:xfrm>
            <a:off x="11559730" y="1246109"/>
            <a:ext cx="3053528" cy="3332636"/>
          </a:xfrm>
          <a:custGeom>
            <a:avLst/>
            <a:gdLst/>
            <a:ahLst/>
            <a:cxnLst/>
            <a:rect l="l" t="t" r="r" b="b"/>
            <a:pathLst>
              <a:path w="3053528" h="3332636">
                <a:moveTo>
                  <a:pt x="0" y="0"/>
                </a:moveTo>
                <a:lnTo>
                  <a:pt x="3053528" y="0"/>
                </a:lnTo>
                <a:lnTo>
                  <a:pt x="3053528" y="3332636"/>
                </a:lnTo>
                <a:lnTo>
                  <a:pt x="0" y="3332636"/>
                </a:lnTo>
                <a:lnTo>
                  <a:pt x="0" y="0"/>
                </a:lnTo>
                <a:close/>
              </a:path>
            </a:pathLst>
          </a:custGeom>
          <a:blipFill>
            <a:blip r:embed="rId5"/>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484034"/>
            <a:chOff x="0" y="0"/>
            <a:chExt cx="4844473" cy="2777210"/>
          </a:xfrm>
        </p:grpSpPr>
        <p:sp>
          <p:nvSpPr>
            <p:cNvPr id="4" name="Freeform 4"/>
            <p:cNvSpPr/>
            <p:nvPr/>
          </p:nvSpPr>
          <p:spPr>
            <a:xfrm>
              <a:off x="0" y="0"/>
              <a:ext cx="4844473" cy="2777211"/>
            </a:xfrm>
            <a:custGeom>
              <a:avLst/>
              <a:gdLst/>
              <a:ahLst/>
              <a:cxnLst/>
              <a:rect l="l" t="t" r="r" b="b"/>
              <a:pathLst>
                <a:path w="4844473" h="2777211">
                  <a:moveTo>
                    <a:pt x="29633" y="0"/>
                  </a:moveTo>
                  <a:lnTo>
                    <a:pt x="4814840" y="0"/>
                  </a:lnTo>
                  <a:cubicBezTo>
                    <a:pt x="4831206" y="0"/>
                    <a:pt x="4844473" y="13267"/>
                    <a:pt x="4844473" y="29633"/>
                  </a:cubicBezTo>
                  <a:lnTo>
                    <a:pt x="4844473" y="2747577"/>
                  </a:lnTo>
                  <a:cubicBezTo>
                    <a:pt x="4844473" y="2755436"/>
                    <a:pt x="4841351" y="2762974"/>
                    <a:pt x="4835794" y="2768531"/>
                  </a:cubicBezTo>
                  <a:cubicBezTo>
                    <a:pt x="4830237" y="2774088"/>
                    <a:pt x="4822699" y="2777211"/>
                    <a:pt x="4814840" y="2777211"/>
                  </a:cubicBezTo>
                  <a:lnTo>
                    <a:pt x="29633" y="2777211"/>
                  </a:lnTo>
                  <a:cubicBezTo>
                    <a:pt x="21774" y="2777211"/>
                    <a:pt x="14237" y="2774088"/>
                    <a:pt x="8679" y="2768531"/>
                  </a:cubicBezTo>
                  <a:cubicBezTo>
                    <a:pt x="3122" y="2762974"/>
                    <a:pt x="0" y="2755436"/>
                    <a:pt x="0" y="2747577"/>
                  </a:cubicBezTo>
                  <a:lnTo>
                    <a:pt x="0" y="29633"/>
                  </a:lnTo>
                  <a:cubicBezTo>
                    <a:pt x="0" y="21774"/>
                    <a:pt x="3122" y="14237"/>
                    <a:pt x="8679" y="8679"/>
                  </a:cubicBezTo>
                  <a:cubicBezTo>
                    <a:pt x="14237" y="3122"/>
                    <a:pt x="21774" y="0"/>
                    <a:pt x="29633" y="0"/>
                  </a:cubicBezTo>
                  <a:close/>
                </a:path>
              </a:pathLst>
            </a:custGeom>
            <a:solidFill>
              <a:srgbClr val="EFF3F7"/>
            </a:solidFill>
          </p:spPr>
        </p:sp>
        <p:sp>
          <p:nvSpPr>
            <p:cNvPr id="5" name="TextBox 5"/>
            <p:cNvSpPr txBox="1"/>
            <p:nvPr/>
          </p:nvSpPr>
          <p:spPr>
            <a:xfrm>
              <a:off x="0" y="-28575"/>
              <a:ext cx="4844473" cy="2805785"/>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6" name="Group 6"/>
          <p:cNvGrpSpPr/>
          <p:nvPr/>
        </p:nvGrpSpPr>
        <p:grpSpPr>
          <a:xfrm>
            <a:off x="431997" y="431997"/>
            <a:ext cx="3015358" cy="1296000"/>
            <a:chOff x="0" y="0"/>
            <a:chExt cx="4020477" cy="1728000"/>
          </a:xfrm>
        </p:grpSpPr>
        <p:sp>
          <p:nvSpPr>
            <p:cNvPr id="7" name="Freeform 7"/>
            <p:cNvSpPr/>
            <p:nvPr/>
          </p:nvSpPr>
          <p:spPr>
            <a:xfrm>
              <a:off x="0" y="0"/>
              <a:ext cx="4020439" cy="1727962"/>
            </a:xfrm>
            <a:custGeom>
              <a:avLst/>
              <a:gdLst/>
              <a:ahLst/>
              <a:cxnLst/>
              <a:rect l="l" t="t" r="r" b="b"/>
              <a:pathLst>
                <a:path w="4020439" h="1727962">
                  <a:moveTo>
                    <a:pt x="0" y="0"/>
                  </a:moveTo>
                  <a:lnTo>
                    <a:pt x="4020439" y="0"/>
                  </a:lnTo>
                  <a:lnTo>
                    <a:pt x="4020439" y="1727962"/>
                  </a:lnTo>
                  <a:lnTo>
                    <a:pt x="0" y="1727962"/>
                  </a:lnTo>
                  <a:lnTo>
                    <a:pt x="0" y="0"/>
                  </a:lnTo>
                  <a:close/>
                </a:path>
              </a:pathLst>
            </a:custGeom>
            <a:blipFill>
              <a:blip r:embed="rId4"/>
              <a:stretch>
                <a:fillRect l="-12" r="-13" b="-2"/>
              </a:stretch>
            </a:blipFill>
          </p:spPr>
        </p:sp>
      </p:grpSp>
      <p:grpSp>
        <p:nvGrpSpPr>
          <p:cNvPr id="8" name="Group 8"/>
          <p:cNvGrpSpPr/>
          <p:nvPr/>
        </p:nvGrpSpPr>
        <p:grpSpPr>
          <a:xfrm>
            <a:off x="8341368" y="431997"/>
            <a:ext cx="8917932" cy="9464400"/>
            <a:chOff x="0" y="0"/>
            <a:chExt cx="1389619" cy="1474771"/>
          </a:xfrm>
        </p:grpSpPr>
        <p:sp>
          <p:nvSpPr>
            <p:cNvPr id="9" name="Freeform 9"/>
            <p:cNvSpPr/>
            <p:nvPr/>
          </p:nvSpPr>
          <p:spPr>
            <a:xfrm>
              <a:off x="0" y="0"/>
              <a:ext cx="1389619" cy="1474771"/>
            </a:xfrm>
            <a:custGeom>
              <a:avLst/>
              <a:gdLst/>
              <a:ahLst/>
              <a:cxnLst/>
              <a:rect l="l" t="t" r="r" b="b"/>
              <a:pathLst>
                <a:path w="1389619" h="1474771">
                  <a:moveTo>
                    <a:pt x="60769" y="0"/>
                  </a:moveTo>
                  <a:lnTo>
                    <a:pt x="1328850" y="0"/>
                  </a:lnTo>
                  <a:cubicBezTo>
                    <a:pt x="1344966" y="0"/>
                    <a:pt x="1360423" y="6402"/>
                    <a:pt x="1371820" y="17799"/>
                  </a:cubicBezTo>
                  <a:cubicBezTo>
                    <a:pt x="1383216" y="29195"/>
                    <a:pt x="1389619" y="44652"/>
                    <a:pt x="1389619" y="60769"/>
                  </a:cubicBezTo>
                  <a:lnTo>
                    <a:pt x="1389619" y="1414002"/>
                  </a:lnTo>
                  <a:cubicBezTo>
                    <a:pt x="1389619" y="1447564"/>
                    <a:pt x="1362411" y="1474771"/>
                    <a:pt x="1328850" y="1474771"/>
                  </a:cubicBezTo>
                  <a:lnTo>
                    <a:pt x="60769" y="1474771"/>
                  </a:lnTo>
                  <a:cubicBezTo>
                    <a:pt x="27207" y="1474771"/>
                    <a:pt x="0" y="1447564"/>
                    <a:pt x="0" y="1414002"/>
                  </a:cubicBezTo>
                  <a:lnTo>
                    <a:pt x="0" y="60769"/>
                  </a:lnTo>
                  <a:cubicBezTo>
                    <a:pt x="0" y="27207"/>
                    <a:pt x="27207" y="0"/>
                    <a:pt x="60769" y="0"/>
                  </a:cubicBezTo>
                  <a:close/>
                </a:path>
              </a:pathLst>
            </a:custGeom>
            <a:blipFill>
              <a:blip r:embed="rId5"/>
              <a:stretch>
                <a:fillRect l="-3063" r="-3063"/>
              </a:stretch>
            </a:blipFill>
          </p:spPr>
        </p:sp>
      </p:grpSp>
      <p:grpSp>
        <p:nvGrpSpPr>
          <p:cNvPr id="10" name="Group 10"/>
          <p:cNvGrpSpPr/>
          <p:nvPr/>
        </p:nvGrpSpPr>
        <p:grpSpPr>
          <a:xfrm>
            <a:off x="13967203" y="830351"/>
            <a:ext cx="3948103" cy="600351"/>
            <a:chOff x="0" y="0"/>
            <a:chExt cx="5264137" cy="800468"/>
          </a:xfrm>
        </p:grpSpPr>
        <p:sp>
          <p:nvSpPr>
            <p:cNvPr id="11" name="Freeform 11"/>
            <p:cNvSpPr/>
            <p:nvPr/>
          </p:nvSpPr>
          <p:spPr>
            <a:xfrm>
              <a:off x="0" y="0"/>
              <a:ext cx="5264150" cy="800481"/>
            </a:xfrm>
            <a:custGeom>
              <a:avLst/>
              <a:gdLst/>
              <a:ahLst/>
              <a:cxnLst/>
              <a:rect l="l" t="t" r="r" b="b"/>
              <a:pathLst>
                <a:path w="5264150" h="800481">
                  <a:moveTo>
                    <a:pt x="0" y="0"/>
                  </a:moveTo>
                  <a:lnTo>
                    <a:pt x="5264150" y="0"/>
                  </a:lnTo>
                  <a:lnTo>
                    <a:pt x="5264150" y="800481"/>
                  </a:lnTo>
                  <a:lnTo>
                    <a:pt x="0" y="800481"/>
                  </a:lnTo>
                  <a:lnTo>
                    <a:pt x="0" y="0"/>
                  </a:lnTo>
                  <a:close/>
                </a:path>
              </a:pathLst>
            </a:custGeom>
            <a:blipFill>
              <a:blip r:embed="rId6"/>
              <a:stretch>
                <a:fillRect t="-7" b="-6"/>
              </a:stretch>
            </a:blipFill>
          </p:spPr>
        </p:sp>
      </p:grpSp>
      <p:sp>
        <p:nvSpPr>
          <p:cNvPr id="12" name="TextBox 12"/>
          <p:cNvSpPr txBox="1"/>
          <p:nvPr/>
        </p:nvSpPr>
        <p:spPr>
          <a:xfrm>
            <a:off x="2102166" y="5166772"/>
            <a:ext cx="7570679" cy="1002044"/>
          </a:xfrm>
          <a:prstGeom prst="rect">
            <a:avLst/>
          </a:prstGeom>
        </p:spPr>
        <p:txBody>
          <a:bodyPr lIns="0" tIns="0" rIns="0" bIns="0" rtlCol="0" anchor="t">
            <a:spAutoFit/>
          </a:bodyPr>
          <a:lstStyle/>
          <a:p>
            <a:pPr marL="0" lvl="0" indent="0" algn="l">
              <a:lnSpc>
                <a:spcPts val="7557"/>
              </a:lnSpc>
            </a:pPr>
            <a:r>
              <a:rPr lang="en-US" sz="7409" b="1">
                <a:solidFill>
                  <a:srgbClr val="155772"/>
                </a:solidFill>
                <a:latin typeface="Bricolage Grotesque Bold"/>
                <a:ea typeface="Bricolage Grotesque Bold"/>
                <a:cs typeface="Bricolage Grotesque Bold"/>
                <a:sym typeface="Bricolage Grotesqu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801</Words>
  <Application>Microsoft Office PowerPoint</Application>
  <PresentationFormat>Custom</PresentationFormat>
  <Paragraphs>122</Paragraphs>
  <Slides>16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Times New Roman Bold</vt:lpstr>
      <vt:lpstr>Calibri</vt:lpstr>
      <vt:lpstr>Bricolage Grotesque Bold</vt:lpstr>
      <vt:lpstr>Now Bold</vt:lpstr>
      <vt:lpstr>Calibri (MS) Bold</vt:lpstr>
      <vt:lpstr>Canva Sans Bold</vt:lpstr>
      <vt:lpstr>Now</vt:lpstr>
      <vt:lpstr>Times New Roman Italics</vt:lpstr>
      <vt:lpstr>Arial</vt:lpstr>
      <vt:lpstr>Bugaki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DTL Empathy &amp; Define </dc:title>
  <cp:lastModifiedBy>Pavan Naik</cp:lastModifiedBy>
  <cp:revision>3</cp:revision>
  <dcterms:created xsi:type="dcterms:W3CDTF">2006-08-16T00:00:00Z</dcterms:created>
  <dcterms:modified xsi:type="dcterms:W3CDTF">2026-05-14T07:16:23Z</dcterms:modified>
  <dc:identifier>DAHJcg1E0sM</dc:identifier>
</cp:coreProperties>
</file>